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handoutMasterIdLst>
    <p:handoutMasterId r:id="rId26"/>
  </p:handoutMasterIdLst>
  <p:sldIdLst>
    <p:sldId id="335" r:id="rId5"/>
    <p:sldId id="491" r:id="rId6"/>
    <p:sldId id="494" r:id="rId7"/>
    <p:sldId id="495" r:id="rId8"/>
    <p:sldId id="496" r:id="rId9"/>
    <p:sldId id="513" r:id="rId10"/>
    <p:sldId id="497" r:id="rId11"/>
    <p:sldId id="498" r:id="rId12"/>
    <p:sldId id="499" r:id="rId13"/>
    <p:sldId id="500" r:id="rId14"/>
    <p:sldId id="524" r:id="rId15"/>
    <p:sldId id="502" r:id="rId16"/>
    <p:sldId id="503" r:id="rId17"/>
    <p:sldId id="504" r:id="rId18"/>
    <p:sldId id="505" r:id="rId19"/>
    <p:sldId id="506" r:id="rId20"/>
    <p:sldId id="507" r:id="rId21"/>
    <p:sldId id="508" r:id="rId22"/>
    <p:sldId id="509" r:id="rId23"/>
    <p:sldId id="510" r:id="rId24"/>
  </p:sldIdLst>
  <p:sldSz cx="12192000" cy="6858000"/>
  <p:notesSz cx="6805613" cy="99441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01435"/>
    <a:srgbClr val="C71736"/>
    <a:srgbClr val="B81332"/>
    <a:srgbClr val="007AC2"/>
    <a:srgbClr val="00A188"/>
    <a:srgbClr val="8D1D82"/>
    <a:srgbClr val="95C11F"/>
    <a:srgbClr val="EA5599"/>
    <a:srgbClr val="32ABD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55E87B-8127-45B1-A314-46EFD6F561F4}" v="57" dt="2023-12-14T15:36:06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65157" autoAdjust="0"/>
  </p:normalViewPr>
  <p:slideViewPr>
    <p:cSldViewPr snapToGrid="0">
      <p:cViewPr>
        <p:scale>
          <a:sx n="66" d="100"/>
          <a:sy n="66" d="100"/>
        </p:scale>
        <p:origin x="572" y="-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6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BOULET Xavier" userId="18e1457a-6c31-407b-a82c-fce6695e284c" providerId="ADAL" clId="{ACEF8B68-010F-496F-AD5B-4FC855E3A855}"/>
    <pc:docChg chg="undo redo custSel addSld delSld modSld sldOrd">
      <pc:chgData name="FRABOULET Xavier" userId="18e1457a-6c31-407b-a82c-fce6695e284c" providerId="ADAL" clId="{ACEF8B68-010F-496F-AD5B-4FC855E3A855}" dt="2022-12-06T12:20:26.020" v="5406"/>
      <pc:docMkLst>
        <pc:docMk/>
      </pc:docMkLst>
      <pc:sldChg chg="modSp mod">
        <pc:chgData name="FRABOULET Xavier" userId="18e1457a-6c31-407b-a82c-fce6695e284c" providerId="ADAL" clId="{ACEF8B68-010F-496F-AD5B-4FC855E3A855}" dt="2022-12-02T09:27:10.862" v="1178" actId="20577"/>
        <pc:sldMkLst>
          <pc:docMk/>
          <pc:sldMk cId="2223300186" sldId="335"/>
        </pc:sldMkLst>
        <pc:spChg chg="mod">
          <ac:chgData name="FRABOULET Xavier" userId="18e1457a-6c31-407b-a82c-fce6695e284c" providerId="ADAL" clId="{ACEF8B68-010F-496F-AD5B-4FC855E3A855}" dt="2022-11-28T15:18:44.128" v="172" actId="20577"/>
          <ac:spMkLst>
            <pc:docMk/>
            <pc:sldMk cId="2223300186" sldId="335"/>
            <ac:spMk id="2" creationId="{00000000-0000-0000-0000-000000000000}"/>
          </ac:spMkLst>
        </pc:spChg>
        <pc:spChg chg="mod">
          <ac:chgData name="FRABOULET Xavier" userId="18e1457a-6c31-407b-a82c-fce6695e284c" providerId="ADAL" clId="{ACEF8B68-010F-496F-AD5B-4FC855E3A855}" dt="2022-12-02T09:27:10.862" v="1178" actId="20577"/>
          <ac:spMkLst>
            <pc:docMk/>
            <pc:sldMk cId="2223300186" sldId="335"/>
            <ac:spMk id="3" creationId="{00000000-0000-0000-0000-000000000000}"/>
          </ac:spMkLst>
        </pc:spChg>
      </pc:sldChg>
      <pc:sldChg chg="modSp mod">
        <pc:chgData name="FRABOULET Xavier" userId="18e1457a-6c31-407b-a82c-fce6695e284c" providerId="ADAL" clId="{ACEF8B68-010F-496F-AD5B-4FC855E3A855}" dt="2022-12-05T13:56:47.109" v="5405" actId="20577"/>
        <pc:sldMkLst>
          <pc:docMk/>
          <pc:sldMk cId="2427034614" sldId="433"/>
        </pc:sldMkLst>
        <pc:spChg chg="mod">
          <ac:chgData name="FRABOULET Xavier" userId="18e1457a-6c31-407b-a82c-fce6695e284c" providerId="ADAL" clId="{ACEF8B68-010F-496F-AD5B-4FC855E3A855}" dt="2022-12-05T13:56:47.109" v="5405" actId="20577"/>
          <ac:spMkLst>
            <pc:docMk/>
            <pc:sldMk cId="2427034614" sldId="433"/>
            <ac:spMk id="2" creationId="{00000000-0000-0000-0000-000000000000}"/>
          </ac:spMkLst>
        </pc:spChg>
      </pc:sldChg>
      <pc:sldChg chg="addSp delSp modSp mod modNotesTx">
        <pc:chgData name="FRABOULET Xavier" userId="18e1457a-6c31-407b-a82c-fce6695e284c" providerId="ADAL" clId="{ACEF8B68-010F-496F-AD5B-4FC855E3A855}" dt="2022-12-06T12:20:26.020" v="5406"/>
        <pc:sldMkLst>
          <pc:docMk/>
          <pc:sldMk cId="1627033050" sldId="463"/>
        </pc:sldMkLst>
        <pc:spChg chg="mod">
          <ac:chgData name="FRABOULET Xavier" userId="18e1457a-6c31-407b-a82c-fce6695e284c" providerId="ADAL" clId="{ACEF8B68-010F-496F-AD5B-4FC855E3A855}" dt="2022-12-02T09:26:46.170" v="1162" actId="403"/>
          <ac:spMkLst>
            <pc:docMk/>
            <pc:sldMk cId="1627033050" sldId="463"/>
            <ac:spMk id="4" creationId="{00000000-0000-0000-0000-000000000000}"/>
          </ac:spMkLst>
        </pc:spChg>
        <pc:spChg chg="mod">
          <ac:chgData name="FRABOULET Xavier" userId="18e1457a-6c31-407b-a82c-fce6695e284c" providerId="ADAL" clId="{ACEF8B68-010F-496F-AD5B-4FC855E3A855}" dt="2022-12-02T09:26:52.617" v="1164" actId="403"/>
          <ac:spMkLst>
            <pc:docMk/>
            <pc:sldMk cId="1627033050" sldId="463"/>
            <ac:spMk id="6" creationId="{00000000-0000-0000-0000-000000000000}"/>
          </ac:spMkLst>
        </pc:spChg>
        <pc:spChg chg="mod">
          <ac:chgData name="FRABOULET Xavier" userId="18e1457a-6c31-407b-a82c-fce6695e284c" providerId="ADAL" clId="{ACEF8B68-010F-496F-AD5B-4FC855E3A855}" dt="2022-12-02T09:26:42.317" v="1160" actId="20577"/>
          <ac:spMkLst>
            <pc:docMk/>
            <pc:sldMk cId="1627033050" sldId="463"/>
            <ac:spMk id="8" creationId="{00000000-0000-0000-0000-000000000000}"/>
          </ac:spMkLst>
        </pc:spChg>
        <pc:spChg chg="add del mod">
          <ac:chgData name="FRABOULET Xavier" userId="18e1457a-6c31-407b-a82c-fce6695e284c" providerId="ADAL" clId="{ACEF8B68-010F-496F-AD5B-4FC855E3A855}" dt="2022-12-02T09:26:18.535" v="1147" actId="478"/>
          <ac:spMkLst>
            <pc:docMk/>
            <pc:sldMk cId="1627033050" sldId="463"/>
            <ac:spMk id="10" creationId="{88A92862-9E97-6359-B633-B29A983C2EA7}"/>
          </ac:spMkLst>
        </pc:spChg>
        <pc:picChg chg="add mod">
          <ac:chgData name="FRABOULET Xavier" userId="18e1457a-6c31-407b-a82c-fce6695e284c" providerId="ADAL" clId="{ACEF8B68-010F-496F-AD5B-4FC855E3A855}" dt="2022-12-06T12:20:26.020" v="5406"/>
          <ac:picMkLst>
            <pc:docMk/>
            <pc:sldMk cId="1627033050" sldId="463"/>
            <ac:picMk id="3" creationId="{8C39718B-7914-C269-B9D6-D5241C5BDAD3}"/>
          </ac:picMkLst>
        </pc:picChg>
        <pc:picChg chg="del mod">
          <ac:chgData name="FRABOULET Xavier" userId="18e1457a-6c31-407b-a82c-fce6695e284c" providerId="ADAL" clId="{ACEF8B68-010F-496F-AD5B-4FC855E3A855}" dt="2022-12-02T09:26:14.660" v="1145" actId="478"/>
          <ac:picMkLst>
            <pc:docMk/>
            <pc:sldMk cId="1627033050" sldId="463"/>
            <ac:picMk id="5" creationId="{07B1C359-1835-1307-E588-CAED0C882386}"/>
          </ac:picMkLst>
        </pc:picChg>
        <pc:picChg chg="del">
          <ac:chgData name="FRABOULET Xavier" userId="18e1457a-6c31-407b-a82c-fce6695e284c" providerId="ADAL" clId="{ACEF8B68-010F-496F-AD5B-4FC855E3A855}" dt="2022-12-02T09:26:16.458" v="1146" actId="478"/>
          <ac:picMkLst>
            <pc:docMk/>
            <pc:sldMk cId="1627033050" sldId="463"/>
            <ac:picMk id="7" creationId="{00000000-0000-0000-0000-000000000000}"/>
          </ac:picMkLst>
        </pc:picChg>
      </pc:sldChg>
      <pc:sldChg chg="modNotesTx">
        <pc:chgData name="FRABOULET Xavier" userId="18e1457a-6c31-407b-a82c-fce6695e284c" providerId="ADAL" clId="{ACEF8B68-010F-496F-AD5B-4FC855E3A855}" dt="2022-12-03T12:57:18.612" v="3877" actId="20577"/>
        <pc:sldMkLst>
          <pc:docMk/>
          <pc:sldMk cId="364453942" sldId="467"/>
        </pc:sldMkLst>
      </pc:sldChg>
      <pc:sldChg chg="modSp mod modNotesTx">
        <pc:chgData name="FRABOULET Xavier" userId="18e1457a-6c31-407b-a82c-fce6695e284c" providerId="ADAL" clId="{ACEF8B68-010F-496F-AD5B-4FC855E3A855}" dt="2022-12-04T15:57:58.694" v="5242" actId="20577"/>
        <pc:sldMkLst>
          <pc:docMk/>
          <pc:sldMk cId="2614494145" sldId="468"/>
        </pc:sldMkLst>
        <pc:spChg chg="mod">
          <ac:chgData name="FRABOULET Xavier" userId="18e1457a-6c31-407b-a82c-fce6695e284c" providerId="ADAL" clId="{ACEF8B68-010F-496F-AD5B-4FC855E3A855}" dt="2022-12-04T15:57:58.694" v="5242" actId="20577"/>
          <ac:spMkLst>
            <pc:docMk/>
            <pc:sldMk cId="2614494145" sldId="468"/>
            <ac:spMk id="2" creationId="{00000000-0000-0000-0000-000000000000}"/>
          </ac:spMkLst>
        </pc:spChg>
      </pc:sldChg>
      <pc:sldChg chg="modNotesTx">
        <pc:chgData name="FRABOULET Xavier" userId="18e1457a-6c31-407b-a82c-fce6695e284c" providerId="ADAL" clId="{ACEF8B68-010F-496F-AD5B-4FC855E3A855}" dt="2022-12-03T13:30:43.630" v="4068" actId="20577"/>
        <pc:sldMkLst>
          <pc:docMk/>
          <pc:sldMk cId="1528637428" sldId="469"/>
        </pc:sldMkLst>
      </pc:sldChg>
      <pc:sldChg chg="modSp mod modNotesTx">
        <pc:chgData name="FRABOULET Xavier" userId="18e1457a-6c31-407b-a82c-fce6695e284c" providerId="ADAL" clId="{ACEF8B68-010F-496F-AD5B-4FC855E3A855}" dt="2022-12-04T16:15:03.134" v="5372" actId="20577"/>
        <pc:sldMkLst>
          <pc:docMk/>
          <pc:sldMk cId="1187240519" sldId="470"/>
        </pc:sldMkLst>
        <pc:spChg chg="mod">
          <ac:chgData name="FRABOULET Xavier" userId="18e1457a-6c31-407b-a82c-fce6695e284c" providerId="ADAL" clId="{ACEF8B68-010F-496F-AD5B-4FC855E3A855}" dt="2022-12-04T16:15:03.134" v="5372" actId="20577"/>
          <ac:spMkLst>
            <pc:docMk/>
            <pc:sldMk cId="1187240519" sldId="470"/>
            <ac:spMk id="129" creationId="{5612E56B-25F6-E471-CD25-E883DB5D5E88}"/>
          </ac:spMkLst>
        </pc:spChg>
        <pc:spChg chg="mod">
          <ac:chgData name="FRABOULET Xavier" userId="18e1457a-6c31-407b-a82c-fce6695e284c" providerId="ADAL" clId="{ACEF8B68-010F-496F-AD5B-4FC855E3A855}" dt="2022-12-04T16:00:38.064" v="5276" actId="20577"/>
          <ac:spMkLst>
            <pc:docMk/>
            <pc:sldMk cId="1187240519" sldId="470"/>
            <ac:spMk id="145" creationId="{E1D964B5-28DF-4305-462B-BC8529F515F9}"/>
          </ac:spMkLst>
        </pc:spChg>
      </pc:sldChg>
      <pc:sldChg chg="modSp mod modNotesTx">
        <pc:chgData name="FRABOULET Xavier" userId="18e1457a-6c31-407b-a82c-fce6695e284c" providerId="ADAL" clId="{ACEF8B68-010F-496F-AD5B-4FC855E3A855}" dt="2022-12-04T16:02:03.528" v="5316" actId="20577"/>
        <pc:sldMkLst>
          <pc:docMk/>
          <pc:sldMk cId="873686495" sldId="471"/>
        </pc:sldMkLst>
        <pc:spChg chg="mod">
          <ac:chgData name="FRABOULET Xavier" userId="18e1457a-6c31-407b-a82c-fce6695e284c" providerId="ADAL" clId="{ACEF8B68-010F-496F-AD5B-4FC855E3A855}" dt="2022-12-04T16:02:03.528" v="5316" actId="20577"/>
          <ac:spMkLst>
            <pc:docMk/>
            <pc:sldMk cId="873686495" sldId="471"/>
            <ac:spMk id="147" creationId="{19FA816B-368E-F5E9-54BE-4F54EFE8B1E0}"/>
          </ac:spMkLst>
        </pc:spChg>
      </pc:sldChg>
      <pc:sldChg chg="modSp mod">
        <pc:chgData name="FRABOULET Xavier" userId="18e1457a-6c31-407b-a82c-fce6695e284c" providerId="ADAL" clId="{ACEF8B68-010F-496F-AD5B-4FC855E3A855}" dt="2022-12-04T16:01:52.618" v="5307" actId="20577"/>
        <pc:sldMkLst>
          <pc:docMk/>
          <pc:sldMk cId="3587571564" sldId="472"/>
        </pc:sldMkLst>
        <pc:spChg chg="mod">
          <ac:chgData name="FRABOULET Xavier" userId="18e1457a-6c31-407b-a82c-fce6695e284c" providerId="ADAL" clId="{ACEF8B68-010F-496F-AD5B-4FC855E3A855}" dt="2022-12-04T16:01:52.618" v="5307" actId="20577"/>
          <ac:spMkLst>
            <pc:docMk/>
            <pc:sldMk cId="3587571564" sldId="472"/>
            <ac:spMk id="147" creationId="{19FA816B-368E-F5E9-54BE-4F54EFE8B1E0}"/>
          </ac:spMkLst>
        </pc:spChg>
      </pc:sldChg>
      <pc:sldChg chg="modSp mod">
        <pc:chgData name="FRABOULET Xavier" userId="18e1457a-6c31-407b-a82c-fce6695e284c" providerId="ADAL" clId="{ACEF8B68-010F-496F-AD5B-4FC855E3A855}" dt="2022-12-04T16:02:15.778" v="5319" actId="20577"/>
        <pc:sldMkLst>
          <pc:docMk/>
          <pc:sldMk cId="3133754908" sldId="473"/>
        </pc:sldMkLst>
        <pc:spChg chg="mod">
          <ac:chgData name="FRABOULET Xavier" userId="18e1457a-6c31-407b-a82c-fce6695e284c" providerId="ADAL" clId="{ACEF8B68-010F-496F-AD5B-4FC855E3A855}" dt="2022-12-04T16:02:15.778" v="5319" actId="20577"/>
          <ac:spMkLst>
            <pc:docMk/>
            <pc:sldMk cId="3133754908" sldId="473"/>
            <ac:spMk id="147" creationId="{19FA816B-368E-F5E9-54BE-4F54EFE8B1E0}"/>
          </ac:spMkLst>
        </pc:spChg>
      </pc:sldChg>
      <pc:sldChg chg="modNotesTx">
        <pc:chgData name="FRABOULET Xavier" userId="18e1457a-6c31-407b-a82c-fce6695e284c" providerId="ADAL" clId="{ACEF8B68-010F-496F-AD5B-4FC855E3A855}" dt="2022-12-03T13:57:38.019" v="4244" actId="20577"/>
        <pc:sldMkLst>
          <pc:docMk/>
          <pc:sldMk cId="75108312" sldId="475"/>
        </pc:sldMkLst>
      </pc:sldChg>
      <pc:sldChg chg="modSp mod modNotesTx">
        <pc:chgData name="FRABOULET Xavier" userId="18e1457a-6c31-407b-a82c-fce6695e284c" providerId="ADAL" clId="{ACEF8B68-010F-496F-AD5B-4FC855E3A855}" dt="2022-12-04T16:03:34.035" v="5321" actId="20577"/>
        <pc:sldMkLst>
          <pc:docMk/>
          <pc:sldMk cId="1094090841" sldId="477"/>
        </pc:sldMkLst>
        <pc:spChg chg="mod">
          <ac:chgData name="FRABOULET Xavier" userId="18e1457a-6c31-407b-a82c-fce6695e284c" providerId="ADAL" clId="{ACEF8B68-010F-496F-AD5B-4FC855E3A855}" dt="2022-12-04T16:03:34.035" v="5321" actId="20577"/>
          <ac:spMkLst>
            <pc:docMk/>
            <pc:sldMk cId="1094090841" sldId="477"/>
            <ac:spMk id="2" creationId="{B747FA04-5950-C6F6-63EF-17FAC8D0C65B}"/>
          </ac:spMkLst>
        </pc:spChg>
        <pc:spChg chg="mod">
          <ac:chgData name="FRABOULET Xavier" userId="18e1457a-6c31-407b-a82c-fce6695e284c" providerId="ADAL" clId="{ACEF8B68-010F-496F-AD5B-4FC855E3A855}" dt="2022-12-03T17:03:25.779" v="4438" actId="6549"/>
          <ac:spMkLst>
            <pc:docMk/>
            <pc:sldMk cId="1094090841" sldId="477"/>
            <ac:spMk id="13" creationId="{2D1C0747-7199-45C7-18BD-F8B901EC11EF}"/>
          </ac:spMkLst>
        </pc:spChg>
      </pc:sldChg>
      <pc:sldChg chg="modSp mod modNotesTx">
        <pc:chgData name="FRABOULET Xavier" userId="18e1457a-6c31-407b-a82c-fce6695e284c" providerId="ADAL" clId="{ACEF8B68-010F-496F-AD5B-4FC855E3A855}" dt="2022-12-03T13:28:33.516" v="4030" actId="20577"/>
        <pc:sldMkLst>
          <pc:docMk/>
          <pc:sldMk cId="3952338531" sldId="481"/>
        </pc:sldMkLst>
        <pc:spChg chg="mod">
          <ac:chgData name="FRABOULET Xavier" userId="18e1457a-6c31-407b-a82c-fce6695e284c" providerId="ADAL" clId="{ACEF8B68-010F-496F-AD5B-4FC855E3A855}" dt="2022-12-03T13:10:14.076" v="4027" actId="20577"/>
          <ac:spMkLst>
            <pc:docMk/>
            <pc:sldMk cId="3952338531" sldId="481"/>
            <ac:spMk id="2" creationId="{00000000-0000-0000-0000-000000000000}"/>
          </ac:spMkLst>
        </pc:spChg>
      </pc:sldChg>
      <pc:sldChg chg="addSp delSp modSp mod modNotesTx">
        <pc:chgData name="FRABOULET Xavier" userId="18e1457a-6c31-407b-a82c-fce6695e284c" providerId="ADAL" clId="{ACEF8B68-010F-496F-AD5B-4FC855E3A855}" dt="2022-12-04T16:35:21.614" v="5381" actId="1035"/>
        <pc:sldMkLst>
          <pc:docMk/>
          <pc:sldMk cId="3650620899" sldId="483"/>
        </pc:sldMkLst>
        <pc:spChg chg="del">
          <ac:chgData name="FRABOULET Xavier" userId="18e1457a-6c31-407b-a82c-fce6695e284c" providerId="ADAL" clId="{ACEF8B68-010F-496F-AD5B-4FC855E3A855}" dt="2022-11-28T15:28:44.857" v="253" actId="478"/>
          <ac:spMkLst>
            <pc:docMk/>
            <pc:sldMk cId="3650620899" sldId="483"/>
            <ac:spMk id="2" creationId="{3068B5C0-51C8-D211-C47E-CE7628BFC5C0}"/>
          </ac:spMkLst>
        </pc:spChg>
        <pc:spChg chg="add del mod">
          <ac:chgData name="FRABOULET Xavier" userId="18e1457a-6c31-407b-a82c-fce6695e284c" providerId="ADAL" clId="{ACEF8B68-010F-496F-AD5B-4FC855E3A855}" dt="2022-12-04T16:34:58.467" v="5375"/>
          <ac:spMkLst>
            <pc:docMk/>
            <pc:sldMk cId="3650620899" sldId="483"/>
            <ac:spMk id="2" creationId="{3C4B072A-D660-426D-E5B4-D9EAB924FC02}"/>
          </ac:spMkLst>
        </pc:spChg>
        <pc:spChg chg="mod">
          <ac:chgData name="FRABOULET Xavier" userId="18e1457a-6c31-407b-a82c-fce6695e284c" providerId="ADAL" clId="{ACEF8B68-010F-496F-AD5B-4FC855E3A855}" dt="2022-11-28T16:43:36.176" v="319" actId="20577"/>
          <ac:spMkLst>
            <pc:docMk/>
            <pc:sldMk cId="3650620899" sldId="483"/>
            <ac:spMk id="5" creationId="{E4AD75E0-F4FF-3823-7E8B-9CDA9ED6E21D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7" creationId="{861BD47A-3CB5-BB00-1915-BC42138C4E78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8" creationId="{23FCD7D6-4EBC-F116-DDD2-6EFED9C7473A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9" creationId="{906C45CB-7B1C-D722-C6D2-0455DB8413B9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10" creationId="{868CC4B2-27B1-CD25-E7F2-8EC23C2DAB4E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11" creationId="{7242FE49-5B08-F0B3-001E-8D3FDCADFE71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12" creationId="{3BF333AE-8C40-7423-D656-A799761A50E6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14" creationId="{13DE0E7D-D934-D5A2-4FA6-26291FB94256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16" creationId="{4F1C2676-C1FA-CAAA-3FEA-F73B255326E0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18" creationId="{46112A72-BE9E-50C3-439D-1B9B81D0EA72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21" creationId="{7FC61133-7B82-EB48-58C4-E7546D910D48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22" creationId="{F2C357A6-3D75-F4EB-4856-94AC0291B69B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23" creationId="{561311A0-062B-75D8-86C6-5CE105055CDF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24" creationId="{334CBC3F-B9E0-CFF0-5274-D5AED39C0772}"/>
          </ac:spMkLst>
        </pc:spChg>
        <pc:spChg chg="add del mod">
          <ac:chgData name="FRABOULET Xavier" userId="18e1457a-6c31-407b-a82c-fce6695e284c" providerId="ADAL" clId="{ACEF8B68-010F-496F-AD5B-4FC855E3A855}" dt="2022-11-28T15:28:38.328" v="251"/>
          <ac:spMkLst>
            <pc:docMk/>
            <pc:sldMk cId="3650620899" sldId="483"/>
            <ac:spMk id="28" creationId="{96FC7C72-1298-4A93-9BCD-F23FD04C38D0}"/>
          </ac:spMkLst>
        </pc:spChg>
        <pc:spChg chg="add del mod">
          <ac:chgData name="FRABOULET Xavier" userId="18e1457a-6c31-407b-a82c-fce6695e284c" providerId="ADAL" clId="{ACEF8B68-010F-496F-AD5B-4FC855E3A855}" dt="2022-11-28T16:58:13.959" v="907" actId="478"/>
          <ac:spMkLst>
            <pc:docMk/>
            <pc:sldMk cId="3650620899" sldId="483"/>
            <ac:spMk id="32" creationId="{029EE7A7-5F60-0906-AB14-1454EC1AF747}"/>
          </ac:spMkLst>
        </pc:spChg>
        <pc:spChg chg="add del mod">
          <ac:chgData name="FRABOULET Xavier" userId="18e1457a-6c31-407b-a82c-fce6695e284c" providerId="ADAL" clId="{ACEF8B68-010F-496F-AD5B-4FC855E3A855}" dt="2022-11-28T16:50:49.738" v="593" actId="478"/>
          <ac:spMkLst>
            <pc:docMk/>
            <pc:sldMk cId="3650620899" sldId="483"/>
            <ac:spMk id="34" creationId="{546A7D82-9E7E-F5EE-DCC2-0DC186778BB5}"/>
          </ac:spMkLst>
        </pc:spChg>
        <pc:spChg chg="add mod">
          <ac:chgData name="FRABOULET Xavier" userId="18e1457a-6c31-407b-a82c-fce6695e284c" providerId="ADAL" clId="{ACEF8B68-010F-496F-AD5B-4FC855E3A855}" dt="2022-12-04T16:35:12.547" v="5379" actId="1035"/>
          <ac:spMkLst>
            <pc:docMk/>
            <pc:sldMk cId="3650620899" sldId="483"/>
            <ac:spMk id="35" creationId="{9E4028B1-9181-7F6A-6C78-3695B3F9041D}"/>
          </ac:spMkLst>
        </pc:spChg>
        <pc:spChg chg="add del mod">
          <ac:chgData name="FRABOULET Xavier" userId="18e1457a-6c31-407b-a82c-fce6695e284c" providerId="ADAL" clId="{ACEF8B68-010F-496F-AD5B-4FC855E3A855}" dt="2022-11-28T17:02:08.940" v="1046" actId="14100"/>
          <ac:spMkLst>
            <pc:docMk/>
            <pc:sldMk cId="3650620899" sldId="483"/>
            <ac:spMk id="36" creationId="{8970FB58-F480-ED27-D9A2-B019B30FB2D4}"/>
          </ac:spMkLst>
        </pc:spChg>
        <pc:spChg chg="add mod">
          <ac:chgData name="FRABOULET Xavier" userId="18e1457a-6c31-407b-a82c-fce6695e284c" providerId="ADAL" clId="{ACEF8B68-010F-496F-AD5B-4FC855E3A855}" dt="2022-11-28T17:02:04.428" v="1044" actId="14100"/>
          <ac:spMkLst>
            <pc:docMk/>
            <pc:sldMk cId="3650620899" sldId="483"/>
            <ac:spMk id="37" creationId="{240406DB-2B5F-2F70-0828-17944BC87FE8}"/>
          </ac:spMkLst>
        </pc:spChg>
        <pc:spChg chg="add del mod">
          <ac:chgData name="FRABOULET Xavier" userId="18e1457a-6c31-407b-a82c-fce6695e284c" providerId="ADAL" clId="{ACEF8B68-010F-496F-AD5B-4FC855E3A855}" dt="2022-11-28T15:31:04.153" v="292" actId="478"/>
          <ac:spMkLst>
            <pc:docMk/>
            <pc:sldMk cId="3650620899" sldId="483"/>
            <ac:spMk id="38" creationId="{0B0B82B9-8542-79D7-9D22-218D199B7190}"/>
          </ac:spMkLst>
        </pc:spChg>
        <pc:spChg chg="add mod">
          <ac:chgData name="FRABOULET Xavier" userId="18e1457a-6c31-407b-a82c-fce6695e284c" providerId="ADAL" clId="{ACEF8B68-010F-496F-AD5B-4FC855E3A855}" dt="2022-11-28T17:01:37.566" v="1005" actId="1076"/>
          <ac:spMkLst>
            <pc:docMk/>
            <pc:sldMk cId="3650620899" sldId="483"/>
            <ac:spMk id="39" creationId="{3C557222-FA63-46F2-F539-303E62149BA7}"/>
          </ac:spMkLst>
        </pc:spChg>
        <pc:spChg chg="add mod">
          <ac:chgData name="FRABOULET Xavier" userId="18e1457a-6c31-407b-a82c-fce6695e284c" providerId="ADAL" clId="{ACEF8B68-010F-496F-AD5B-4FC855E3A855}" dt="2022-11-28T17:01:37.566" v="1005" actId="1076"/>
          <ac:spMkLst>
            <pc:docMk/>
            <pc:sldMk cId="3650620899" sldId="483"/>
            <ac:spMk id="41" creationId="{E0202080-E4BD-7EB0-5E92-FEAE5CD13F96}"/>
          </ac:spMkLst>
        </pc:spChg>
        <pc:spChg chg="add del mod">
          <ac:chgData name="FRABOULET Xavier" userId="18e1457a-6c31-407b-a82c-fce6695e284c" providerId="ADAL" clId="{ACEF8B68-010F-496F-AD5B-4FC855E3A855}" dt="2022-12-04T16:35:21.614" v="5381" actId="1035"/>
          <ac:spMkLst>
            <pc:docMk/>
            <pc:sldMk cId="3650620899" sldId="483"/>
            <ac:spMk id="43" creationId="{EF65E9E2-B6EE-4135-5A39-C98963B0C3B0}"/>
          </ac:spMkLst>
        </pc:spChg>
        <pc:spChg chg="add mod">
          <ac:chgData name="FRABOULET Xavier" userId="18e1457a-6c31-407b-a82c-fce6695e284c" providerId="ADAL" clId="{ACEF8B68-010F-496F-AD5B-4FC855E3A855}" dt="2022-11-28T17:01:37.566" v="1005" actId="1076"/>
          <ac:spMkLst>
            <pc:docMk/>
            <pc:sldMk cId="3650620899" sldId="483"/>
            <ac:spMk id="45" creationId="{3F98B7F6-3E29-6FB0-938A-89A1852621FB}"/>
          </ac:spMkLst>
        </pc:spChg>
        <pc:spChg chg="add mod">
          <ac:chgData name="FRABOULET Xavier" userId="18e1457a-6c31-407b-a82c-fce6695e284c" providerId="ADAL" clId="{ACEF8B68-010F-496F-AD5B-4FC855E3A855}" dt="2022-11-28T15:30:29.891" v="284" actId="1076"/>
          <ac:spMkLst>
            <pc:docMk/>
            <pc:sldMk cId="3650620899" sldId="483"/>
            <ac:spMk id="48" creationId="{BC175DED-F585-7E04-64F6-FEF613838AE3}"/>
          </ac:spMkLst>
        </pc:spChg>
        <pc:spChg chg="add mod">
          <ac:chgData name="FRABOULET Xavier" userId="18e1457a-6c31-407b-a82c-fce6695e284c" providerId="ADAL" clId="{ACEF8B68-010F-496F-AD5B-4FC855E3A855}" dt="2022-11-28T15:30:17.290" v="282" actId="1076"/>
          <ac:spMkLst>
            <pc:docMk/>
            <pc:sldMk cId="3650620899" sldId="483"/>
            <ac:spMk id="49" creationId="{E7919E0E-F67C-9CE5-189E-64DC21DD838D}"/>
          </ac:spMkLst>
        </pc:spChg>
        <pc:spChg chg="add mod">
          <ac:chgData name="FRABOULET Xavier" userId="18e1457a-6c31-407b-a82c-fce6695e284c" providerId="ADAL" clId="{ACEF8B68-010F-496F-AD5B-4FC855E3A855}" dt="2022-11-28T15:30:22.680" v="283" actId="1076"/>
          <ac:spMkLst>
            <pc:docMk/>
            <pc:sldMk cId="3650620899" sldId="483"/>
            <ac:spMk id="50" creationId="{D5854F29-EFA2-D0B9-32D4-EAC7777988ED}"/>
          </ac:spMkLst>
        </pc:spChg>
        <pc:spChg chg="add mod">
          <ac:chgData name="FRABOULET Xavier" userId="18e1457a-6c31-407b-a82c-fce6695e284c" providerId="ADAL" clId="{ACEF8B68-010F-496F-AD5B-4FC855E3A855}" dt="2022-11-28T15:30:11.406" v="281" actId="1076"/>
          <ac:spMkLst>
            <pc:docMk/>
            <pc:sldMk cId="3650620899" sldId="483"/>
            <ac:spMk id="51" creationId="{5C190695-7254-E27A-467A-BBBAFBD8F412}"/>
          </ac:spMkLst>
        </pc:spChg>
        <pc:spChg chg="add mod">
          <ac:chgData name="FRABOULET Xavier" userId="18e1457a-6c31-407b-a82c-fce6695e284c" providerId="ADAL" clId="{ACEF8B68-010F-496F-AD5B-4FC855E3A855}" dt="2022-11-28T16:43:05.064" v="315" actId="1076"/>
          <ac:spMkLst>
            <pc:docMk/>
            <pc:sldMk cId="3650620899" sldId="483"/>
            <ac:spMk id="55" creationId="{6CD14B91-4475-ED64-048A-975D0F225CBB}"/>
          </ac:spMkLst>
        </pc:spChg>
        <pc:spChg chg="add mod">
          <ac:chgData name="FRABOULET Xavier" userId="18e1457a-6c31-407b-a82c-fce6695e284c" providerId="ADAL" clId="{ACEF8B68-010F-496F-AD5B-4FC855E3A855}" dt="2022-11-28T17:02:00.209" v="1042" actId="14100"/>
          <ac:spMkLst>
            <pc:docMk/>
            <pc:sldMk cId="3650620899" sldId="483"/>
            <ac:spMk id="58" creationId="{546F8C57-68BD-157B-021B-62947CCA0C9D}"/>
          </ac:spMkLst>
        </pc:spChg>
        <pc:spChg chg="add del mod">
          <ac:chgData name="FRABOULET Xavier" userId="18e1457a-6c31-407b-a82c-fce6695e284c" providerId="ADAL" clId="{ACEF8B68-010F-496F-AD5B-4FC855E3A855}" dt="2022-11-28T16:58:27.029" v="911"/>
          <ac:spMkLst>
            <pc:docMk/>
            <pc:sldMk cId="3650620899" sldId="483"/>
            <ac:spMk id="59" creationId="{A4F35CEA-050E-8D19-47A3-A7F758186909}"/>
          </ac:spMkLst>
        </pc:spChg>
        <pc:spChg chg="add mod">
          <ac:chgData name="FRABOULET Xavier" userId="18e1457a-6c31-407b-a82c-fce6695e284c" providerId="ADAL" clId="{ACEF8B68-010F-496F-AD5B-4FC855E3A855}" dt="2022-11-28T17:01:53.099" v="1040" actId="20577"/>
          <ac:spMkLst>
            <pc:docMk/>
            <pc:sldMk cId="3650620899" sldId="483"/>
            <ac:spMk id="60" creationId="{084B000D-C23D-0941-0E60-942D88E6E527}"/>
          </ac:spMkLst>
        </pc:sp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13" creationId="{D3676EC8-B2E4-7986-3422-0DFCAF8475E7}"/>
          </ac:picMkLst>
        </pc:pic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15" creationId="{8AF1436B-6FF9-6E40-DF1D-0B83D6091383}"/>
          </ac:picMkLst>
        </pc:pic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17" creationId="{FE960242-8FE4-EB81-A486-F06C428703B9}"/>
          </ac:picMkLst>
        </pc:pic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19" creationId="{00EEBEB7-B56B-EDED-3237-6AADEAF7AD20}"/>
          </ac:picMkLst>
        </pc:pic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20" creationId="{5985EB83-929D-D6BD-7C1E-766943F84398}"/>
          </ac:picMkLst>
        </pc:pic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25" creationId="{A6493696-D884-4ECB-9BF0-710B3D381969}"/>
          </ac:picMkLst>
        </pc:pic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26" creationId="{BC0897C2-A502-09C7-27FB-265371F39A07}"/>
          </ac:picMkLst>
        </pc:pic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27" creationId="{0008CCAD-A644-6D56-B02F-15C2086FFFFD}"/>
          </ac:picMkLst>
        </pc:pic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29" creationId="{C12E4FCA-6591-0D07-A329-C7647A85FD31}"/>
          </ac:picMkLst>
        </pc:picChg>
        <pc:picChg chg="add del mod">
          <ac:chgData name="FRABOULET Xavier" userId="18e1457a-6c31-407b-a82c-fce6695e284c" providerId="ADAL" clId="{ACEF8B68-010F-496F-AD5B-4FC855E3A855}" dt="2022-11-28T15:28:38.328" v="251"/>
          <ac:picMkLst>
            <pc:docMk/>
            <pc:sldMk cId="3650620899" sldId="483"/>
            <ac:picMk id="30" creationId="{50C63C44-CA02-802D-758B-7979C4E4BDEC}"/>
          </ac:picMkLst>
        </pc:picChg>
        <pc:picChg chg="add del">
          <ac:chgData name="FRABOULET Xavier" userId="18e1457a-6c31-407b-a82c-fce6695e284c" providerId="ADAL" clId="{ACEF8B68-010F-496F-AD5B-4FC855E3A855}" dt="2022-11-28T15:28:53.966" v="255"/>
          <ac:picMkLst>
            <pc:docMk/>
            <pc:sldMk cId="3650620899" sldId="483"/>
            <ac:picMk id="33" creationId="{8400A66E-AAC9-FA1D-7691-F3CE4A942F86}"/>
          </ac:picMkLst>
        </pc:picChg>
        <pc:picChg chg="add mod">
          <ac:chgData name="FRABOULET Xavier" userId="18e1457a-6c31-407b-a82c-fce6695e284c" providerId="ADAL" clId="{ACEF8B68-010F-496F-AD5B-4FC855E3A855}" dt="2022-11-28T17:01:37.566" v="1005" actId="1076"/>
          <ac:picMkLst>
            <pc:docMk/>
            <pc:sldMk cId="3650620899" sldId="483"/>
            <ac:picMk id="40" creationId="{5E05EB69-D014-73DD-B0F3-53ADF80F7D34}"/>
          </ac:picMkLst>
        </pc:picChg>
        <pc:picChg chg="add mod">
          <ac:chgData name="FRABOULET Xavier" userId="18e1457a-6c31-407b-a82c-fce6695e284c" providerId="ADAL" clId="{ACEF8B68-010F-496F-AD5B-4FC855E3A855}" dt="2022-11-28T17:01:37.566" v="1005" actId="1076"/>
          <ac:picMkLst>
            <pc:docMk/>
            <pc:sldMk cId="3650620899" sldId="483"/>
            <ac:picMk id="42" creationId="{69BAE333-1531-0545-A642-CF2234D8263E}"/>
          </ac:picMkLst>
        </pc:picChg>
        <pc:picChg chg="add mod">
          <ac:chgData name="FRABOULET Xavier" userId="18e1457a-6c31-407b-a82c-fce6695e284c" providerId="ADAL" clId="{ACEF8B68-010F-496F-AD5B-4FC855E3A855}" dt="2022-12-04T16:35:18.257" v="5380" actId="1076"/>
          <ac:picMkLst>
            <pc:docMk/>
            <pc:sldMk cId="3650620899" sldId="483"/>
            <ac:picMk id="44" creationId="{DA7964CA-820F-6BD0-F1C8-D48EEC2EC4A8}"/>
          </ac:picMkLst>
        </pc:picChg>
        <pc:picChg chg="add mod">
          <ac:chgData name="FRABOULET Xavier" userId="18e1457a-6c31-407b-a82c-fce6695e284c" providerId="ADAL" clId="{ACEF8B68-010F-496F-AD5B-4FC855E3A855}" dt="2022-11-28T17:01:37.566" v="1005" actId="1076"/>
          <ac:picMkLst>
            <pc:docMk/>
            <pc:sldMk cId="3650620899" sldId="483"/>
            <ac:picMk id="46" creationId="{BED94AA1-07C3-33E7-3965-D52900A1D916}"/>
          </ac:picMkLst>
        </pc:picChg>
        <pc:picChg chg="add mod">
          <ac:chgData name="FRABOULET Xavier" userId="18e1457a-6c31-407b-a82c-fce6695e284c" providerId="ADAL" clId="{ACEF8B68-010F-496F-AD5B-4FC855E3A855}" dt="2022-12-04T16:35:09.045" v="5378" actId="1076"/>
          <ac:picMkLst>
            <pc:docMk/>
            <pc:sldMk cId="3650620899" sldId="483"/>
            <ac:picMk id="47" creationId="{E2C0E0B7-72E8-9061-B33F-90785331EBCA}"/>
          </ac:picMkLst>
        </pc:picChg>
        <pc:picChg chg="add mod">
          <ac:chgData name="FRABOULET Xavier" userId="18e1457a-6c31-407b-a82c-fce6695e284c" providerId="ADAL" clId="{ACEF8B68-010F-496F-AD5B-4FC855E3A855}" dt="2022-11-28T15:30:29.891" v="284" actId="1076"/>
          <ac:picMkLst>
            <pc:docMk/>
            <pc:sldMk cId="3650620899" sldId="483"/>
            <ac:picMk id="52" creationId="{AA37B238-632F-4252-D61C-06A395902573}"/>
          </ac:picMkLst>
        </pc:picChg>
        <pc:picChg chg="add mod">
          <ac:chgData name="FRABOULET Xavier" userId="18e1457a-6c31-407b-a82c-fce6695e284c" providerId="ADAL" clId="{ACEF8B68-010F-496F-AD5B-4FC855E3A855}" dt="2022-11-28T15:30:17.290" v="282" actId="1076"/>
          <ac:picMkLst>
            <pc:docMk/>
            <pc:sldMk cId="3650620899" sldId="483"/>
            <ac:picMk id="53" creationId="{AAC3378F-1401-0589-7CAF-EE522444DAD6}"/>
          </ac:picMkLst>
        </pc:picChg>
        <pc:picChg chg="add mod">
          <ac:chgData name="FRABOULET Xavier" userId="18e1457a-6c31-407b-a82c-fce6695e284c" providerId="ADAL" clId="{ACEF8B68-010F-496F-AD5B-4FC855E3A855}" dt="2022-11-28T15:30:11.406" v="281" actId="1076"/>
          <ac:picMkLst>
            <pc:docMk/>
            <pc:sldMk cId="3650620899" sldId="483"/>
            <ac:picMk id="54" creationId="{ECF34838-6D35-190D-9B8F-18F19815FFCB}"/>
          </ac:picMkLst>
        </pc:picChg>
        <pc:picChg chg="add mod">
          <ac:chgData name="FRABOULET Xavier" userId="18e1457a-6c31-407b-a82c-fce6695e284c" providerId="ADAL" clId="{ACEF8B68-010F-496F-AD5B-4FC855E3A855}" dt="2022-11-28T15:29:51.269" v="278" actId="1076"/>
          <ac:picMkLst>
            <pc:docMk/>
            <pc:sldMk cId="3650620899" sldId="483"/>
            <ac:picMk id="56" creationId="{E70B6B67-9ABA-9AD5-1798-6D24F01B001B}"/>
          </ac:picMkLst>
        </pc:picChg>
        <pc:picChg chg="add mod">
          <ac:chgData name="FRABOULET Xavier" userId="18e1457a-6c31-407b-a82c-fce6695e284c" providerId="ADAL" clId="{ACEF8B68-010F-496F-AD5B-4FC855E3A855}" dt="2022-11-28T15:30:22.680" v="283" actId="1076"/>
          <ac:picMkLst>
            <pc:docMk/>
            <pc:sldMk cId="3650620899" sldId="483"/>
            <ac:picMk id="57" creationId="{5BD1C617-534A-1DEE-F9E4-E1E33ADF2559}"/>
          </ac:picMkLst>
        </pc:picChg>
      </pc:sldChg>
      <pc:sldChg chg="addSp delSp modSp mod modNotesTx">
        <pc:chgData name="FRABOULET Xavier" userId="18e1457a-6c31-407b-a82c-fce6695e284c" providerId="ADAL" clId="{ACEF8B68-010F-496F-AD5B-4FC855E3A855}" dt="2022-12-03T17:12:26.456" v="4993" actId="20577"/>
        <pc:sldMkLst>
          <pc:docMk/>
          <pc:sldMk cId="1275955914" sldId="484"/>
        </pc:sldMkLst>
        <pc:spChg chg="del mod">
          <ac:chgData name="FRABOULET Xavier" userId="18e1457a-6c31-407b-a82c-fce6695e284c" providerId="ADAL" clId="{ACEF8B68-010F-496F-AD5B-4FC855E3A855}" dt="2022-11-28T17:20:33.949" v="1059" actId="478"/>
          <ac:spMkLst>
            <pc:docMk/>
            <pc:sldMk cId="1275955914" sldId="484"/>
            <ac:spMk id="2" creationId="{3068B5C0-51C8-D211-C47E-CE7628BFC5C0}"/>
          </ac:spMkLst>
        </pc:spChg>
        <pc:spChg chg="mod">
          <ac:chgData name="FRABOULET Xavier" userId="18e1457a-6c31-407b-a82c-fce6695e284c" providerId="ADAL" clId="{ACEF8B68-010F-496F-AD5B-4FC855E3A855}" dt="2022-11-28T17:07:15.319" v="1058" actId="20577"/>
          <ac:spMkLst>
            <pc:docMk/>
            <pc:sldMk cId="1275955914" sldId="484"/>
            <ac:spMk id="5" creationId="{E4AD75E0-F4FF-3823-7E8B-9CDA9ED6E21D}"/>
          </ac:spMkLst>
        </pc:spChg>
        <pc:spChg chg="add del mod">
          <ac:chgData name="FRABOULET Xavier" userId="18e1457a-6c31-407b-a82c-fce6695e284c" providerId="ADAL" clId="{ACEF8B68-010F-496F-AD5B-4FC855E3A855}" dt="2022-11-28T17:20:51.104" v="1065" actId="478"/>
          <ac:spMkLst>
            <pc:docMk/>
            <pc:sldMk cId="1275955914" sldId="484"/>
            <ac:spMk id="8" creationId="{77FE3B5A-19B9-5C15-CABB-211A0AB56F65}"/>
          </ac:spMkLst>
        </pc:spChg>
        <pc:spChg chg="add mod">
          <ac:chgData name="FRABOULET Xavier" userId="18e1457a-6c31-407b-a82c-fce6695e284c" providerId="ADAL" clId="{ACEF8B68-010F-496F-AD5B-4FC855E3A855}" dt="2022-11-28T17:24:09.870" v="1104" actId="14100"/>
          <ac:spMkLst>
            <pc:docMk/>
            <pc:sldMk cId="1275955914" sldId="484"/>
            <ac:spMk id="15" creationId="{6DE1EBD8-DC97-9BB1-9327-1EE2424C7285}"/>
          </ac:spMkLst>
        </pc:spChg>
        <pc:spChg chg="add mod">
          <ac:chgData name="FRABOULET Xavier" userId="18e1457a-6c31-407b-a82c-fce6695e284c" providerId="ADAL" clId="{ACEF8B68-010F-496F-AD5B-4FC855E3A855}" dt="2022-12-01T08:11:50.171" v="1141" actId="20577"/>
          <ac:spMkLst>
            <pc:docMk/>
            <pc:sldMk cId="1275955914" sldId="484"/>
            <ac:spMk id="19" creationId="{21A7F6F6-63E2-6BA7-A465-F879918FF6EE}"/>
          </ac:spMkLst>
        </pc:spChg>
        <pc:picChg chg="add mod">
          <ac:chgData name="FRABOULET Xavier" userId="18e1457a-6c31-407b-a82c-fce6695e284c" providerId="ADAL" clId="{ACEF8B68-010F-496F-AD5B-4FC855E3A855}" dt="2022-11-28T17:24:12.319" v="1106" actId="1076"/>
          <ac:picMkLst>
            <pc:docMk/>
            <pc:sldMk cId="1275955914" sldId="484"/>
            <ac:picMk id="10" creationId="{D0A44E9C-9B63-35D3-1EC1-74B7A34C1DD0}"/>
          </ac:picMkLst>
        </pc:picChg>
        <pc:cxnChg chg="add mod">
          <ac:chgData name="FRABOULET Xavier" userId="18e1457a-6c31-407b-a82c-fce6695e284c" providerId="ADAL" clId="{ACEF8B68-010F-496F-AD5B-4FC855E3A855}" dt="2022-11-28T17:21:46.858" v="1075" actId="14100"/>
          <ac:cxnSpMkLst>
            <pc:docMk/>
            <pc:sldMk cId="1275955914" sldId="484"/>
            <ac:cxnSpMk id="12" creationId="{6B87B74C-2DCE-D723-7904-36598A6522FE}"/>
          </ac:cxnSpMkLst>
        </pc:cxnChg>
        <pc:cxnChg chg="add mod">
          <ac:chgData name="FRABOULET Xavier" userId="18e1457a-6c31-407b-a82c-fce6695e284c" providerId="ADAL" clId="{ACEF8B68-010F-496F-AD5B-4FC855E3A855}" dt="2022-11-28T17:23:02.167" v="1097" actId="14100"/>
          <ac:cxnSpMkLst>
            <pc:docMk/>
            <pc:sldMk cId="1275955914" sldId="484"/>
            <ac:cxnSpMk id="16" creationId="{3C499314-7790-217D-14BB-6F9F68F6D1C3}"/>
          </ac:cxnSpMkLst>
        </pc:cxnChg>
      </pc:sldChg>
      <pc:sldChg chg="modSp mod">
        <pc:chgData name="FRABOULET Xavier" userId="18e1457a-6c31-407b-a82c-fce6695e284c" providerId="ADAL" clId="{ACEF8B68-010F-496F-AD5B-4FC855E3A855}" dt="2022-12-04T16:03:56.858" v="5322" actId="20577"/>
        <pc:sldMkLst>
          <pc:docMk/>
          <pc:sldMk cId="3023930098" sldId="485"/>
        </pc:sldMkLst>
        <pc:spChg chg="mod">
          <ac:chgData name="FRABOULET Xavier" userId="18e1457a-6c31-407b-a82c-fce6695e284c" providerId="ADAL" clId="{ACEF8B68-010F-496F-AD5B-4FC855E3A855}" dt="2022-12-04T16:03:56.858" v="5322" actId="20577"/>
          <ac:spMkLst>
            <pc:docMk/>
            <pc:sldMk cId="3023930098" sldId="485"/>
            <ac:spMk id="2" creationId="{B747FA04-5950-C6F6-63EF-17FAC8D0C65B}"/>
          </ac:spMkLst>
        </pc:spChg>
      </pc:sldChg>
      <pc:sldChg chg="modSp mod">
        <pc:chgData name="FRABOULET Xavier" userId="18e1457a-6c31-407b-a82c-fce6695e284c" providerId="ADAL" clId="{ACEF8B68-010F-496F-AD5B-4FC855E3A855}" dt="2022-12-04T16:04:53.734" v="5367" actId="20577"/>
        <pc:sldMkLst>
          <pc:docMk/>
          <pc:sldMk cId="4109771998" sldId="486"/>
        </pc:sldMkLst>
        <pc:spChg chg="mod">
          <ac:chgData name="FRABOULET Xavier" userId="18e1457a-6c31-407b-a82c-fce6695e284c" providerId="ADAL" clId="{ACEF8B68-010F-496F-AD5B-4FC855E3A855}" dt="2022-12-04T16:04:53.734" v="5367" actId="20577"/>
          <ac:spMkLst>
            <pc:docMk/>
            <pc:sldMk cId="4109771998" sldId="486"/>
            <ac:spMk id="2" creationId="{B747FA04-5950-C6F6-63EF-17FAC8D0C65B}"/>
          </ac:spMkLst>
        </pc:spChg>
        <pc:spChg chg="mod">
          <ac:chgData name="FRABOULET Xavier" userId="18e1457a-6c31-407b-a82c-fce6695e284c" providerId="ADAL" clId="{ACEF8B68-010F-496F-AD5B-4FC855E3A855}" dt="2022-12-03T17:21:31.089" v="4997" actId="6549"/>
          <ac:spMkLst>
            <pc:docMk/>
            <pc:sldMk cId="4109771998" sldId="486"/>
            <ac:spMk id="12" creationId="{013351D9-FFC9-F6DE-C441-C234BE912881}"/>
          </ac:spMkLst>
        </pc:spChg>
      </pc:sldChg>
      <pc:sldChg chg="addSp delSp modSp add del mod ord modNotesTx">
        <pc:chgData name="FRABOULET Xavier" userId="18e1457a-6c31-407b-a82c-fce6695e284c" providerId="ADAL" clId="{ACEF8B68-010F-496F-AD5B-4FC855E3A855}" dt="2022-12-04T15:58:43.995" v="5244" actId="20577"/>
        <pc:sldMkLst>
          <pc:docMk/>
          <pc:sldMk cId="937425885" sldId="487"/>
        </pc:sldMkLst>
        <pc:spChg chg="del mod">
          <ac:chgData name="FRABOULET Xavier" userId="18e1457a-6c31-407b-a82c-fce6695e284c" providerId="ADAL" clId="{ACEF8B68-010F-496F-AD5B-4FC855E3A855}" dt="2022-12-02T09:43:14.634" v="1521" actId="478"/>
          <ac:spMkLst>
            <pc:docMk/>
            <pc:sldMk cId="937425885" sldId="487"/>
            <ac:spMk id="2" creationId="{00000000-0000-0000-0000-000000000000}"/>
          </ac:spMkLst>
        </pc:spChg>
        <pc:spChg chg="mod">
          <ac:chgData name="FRABOULET Xavier" userId="18e1457a-6c31-407b-a82c-fce6695e284c" providerId="ADAL" clId="{ACEF8B68-010F-496F-AD5B-4FC855E3A855}" dt="2022-12-02T09:43:22.868" v="1541" actId="20577"/>
          <ac:spMkLst>
            <pc:docMk/>
            <pc:sldMk cId="937425885" sldId="487"/>
            <ac:spMk id="5" creationId="{00000000-0000-0000-0000-000000000000}"/>
          </ac:spMkLst>
        </pc:spChg>
        <pc:spChg chg="add mod">
          <ac:chgData name="FRABOULET Xavier" userId="18e1457a-6c31-407b-a82c-fce6695e284c" providerId="ADAL" clId="{ACEF8B68-010F-496F-AD5B-4FC855E3A855}" dt="2022-12-04T15:58:41.061" v="5243" actId="20577"/>
          <ac:spMkLst>
            <pc:docMk/>
            <pc:sldMk cId="937425885" sldId="487"/>
            <ac:spMk id="9" creationId="{C5964819-12FF-D1A4-D07E-D8782DBF5B0D}"/>
          </ac:spMkLst>
        </pc:spChg>
        <pc:spChg chg="add mod">
          <ac:chgData name="FRABOULET Xavier" userId="18e1457a-6c31-407b-a82c-fce6695e284c" providerId="ADAL" clId="{ACEF8B68-010F-496F-AD5B-4FC855E3A855}" dt="2022-12-04T15:58:43.995" v="5244" actId="20577"/>
          <ac:spMkLst>
            <pc:docMk/>
            <pc:sldMk cId="937425885" sldId="487"/>
            <ac:spMk id="10" creationId="{01F84920-AC8A-8DDC-FB79-E3BD84FD757F}"/>
          </ac:spMkLst>
        </pc:spChg>
        <pc:spChg chg="add mod">
          <ac:chgData name="FRABOULET Xavier" userId="18e1457a-6c31-407b-a82c-fce6695e284c" providerId="ADAL" clId="{ACEF8B68-010F-496F-AD5B-4FC855E3A855}" dt="2022-12-02T09:40:41.043" v="1432" actId="1076"/>
          <ac:spMkLst>
            <pc:docMk/>
            <pc:sldMk cId="937425885" sldId="487"/>
            <ac:spMk id="11" creationId="{20BA3E1D-0D2E-CF9A-61F4-118A2711E2D1}"/>
          </ac:spMkLst>
        </pc:spChg>
        <pc:spChg chg="add mod">
          <ac:chgData name="FRABOULET Xavier" userId="18e1457a-6c31-407b-a82c-fce6695e284c" providerId="ADAL" clId="{ACEF8B68-010F-496F-AD5B-4FC855E3A855}" dt="2022-12-02T09:40:38.922" v="1431" actId="1076"/>
          <ac:spMkLst>
            <pc:docMk/>
            <pc:sldMk cId="937425885" sldId="487"/>
            <ac:spMk id="12" creationId="{7DD89132-32FF-5E2E-273E-9493FFBC4324}"/>
          </ac:spMkLst>
        </pc:spChg>
        <pc:spChg chg="add mod">
          <ac:chgData name="FRABOULET Xavier" userId="18e1457a-6c31-407b-a82c-fce6695e284c" providerId="ADAL" clId="{ACEF8B68-010F-496F-AD5B-4FC855E3A855}" dt="2022-12-02T09:39:50.525" v="1413" actId="1076"/>
          <ac:spMkLst>
            <pc:docMk/>
            <pc:sldMk cId="937425885" sldId="487"/>
            <ac:spMk id="13" creationId="{9DD97763-ADBB-0E04-F69C-854FCB19C11C}"/>
          </ac:spMkLst>
        </pc:spChg>
        <pc:spChg chg="add mod">
          <ac:chgData name="FRABOULET Xavier" userId="18e1457a-6c31-407b-a82c-fce6695e284c" providerId="ADAL" clId="{ACEF8B68-010F-496F-AD5B-4FC855E3A855}" dt="2022-12-02T09:44:47.715" v="1559" actId="1076"/>
          <ac:spMkLst>
            <pc:docMk/>
            <pc:sldMk cId="937425885" sldId="487"/>
            <ac:spMk id="14" creationId="{E9C7DAF2-418C-69EF-3A18-650533983A90}"/>
          </ac:spMkLst>
        </pc:spChg>
        <pc:spChg chg="add mod">
          <ac:chgData name="FRABOULET Xavier" userId="18e1457a-6c31-407b-a82c-fce6695e284c" providerId="ADAL" clId="{ACEF8B68-010F-496F-AD5B-4FC855E3A855}" dt="2022-12-02T09:44:39.015" v="1556" actId="404"/>
          <ac:spMkLst>
            <pc:docMk/>
            <pc:sldMk cId="937425885" sldId="487"/>
            <ac:spMk id="15" creationId="{E3D9657E-1CB2-C14C-854A-E6B9B52F95F3}"/>
          </ac:spMkLst>
        </pc:spChg>
        <pc:spChg chg="add del">
          <ac:chgData name="FRABOULET Xavier" userId="18e1457a-6c31-407b-a82c-fce6695e284c" providerId="ADAL" clId="{ACEF8B68-010F-496F-AD5B-4FC855E3A855}" dt="2022-12-02T09:40:42.931" v="1433" actId="478"/>
          <ac:spMkLst>
            <pc:docMk/>
            <pc:sldMk cId="937425885" sldId="487"/>
            <ac:spMk id="17" creationId="{67520532-E247-88B6-DB29-FCA400655663}"/>
          </ac:spMkLst>
        </pc:spChg>
        <pc:spChg chg="add mod">
          <ac:chgData name="FRABOULET Xavier" userId="18e1457a-6c31-407b-a82c-fce6695e284c" providerId="ADAL" clId="{ACEF8B68-010F-496F-AD5B-4FC855E3A855}" dt="2022-12-02T09:40:09.514" v="1417" actId="1076"/>
          <ac:spMkLst>
            <pc:docMk/>
            <pc:sldMk cId="937425885" sldId="487"/>
            <ac:spMk id="18" creationId="{3D630487-3F4B-D964-3A2C-7069E57BDE59}"/>
          </ac:spMkLst>
        </pc:spChg>
        <pc:spChg chg="add mod">
          <ac:chgData name="FRABOULET Xavier" userId="18e1457a-6c31-407b-a82c-fce6695e284c" providerId="ADAL" clId="{ACEF8B68-010F-496F-AD5B-4FC855E3A855}" dt="2022-12-02T09:40:45.401" v="1436" actId="1036"/>
          <ac:spMkLst>
            <pc:docMk/>
            <pc:sldMk cId="937425885" sldId="487"/>
            <ac:spMk id="19" creationId="{3EC79ED2-04FF-92A7-8350-AAC67869F1F4}"/>
          </ac:spMkLst>
        </pc:spChg>
        <pc:spChg chg="add mod">
          <ac:chgData name="FRABOULET Xavier" userId="18e1457a-6c31-407b-a82c-fce6695e284c" providerId="ADAL" clId="{ACEF8B68-010F-496F-AD5B-4FC855E3A855}" dt="2022-12-02T09:40:47.556" v="1438" actId="1036"/>
          <ac:spMkLst>
            <pc:docMk/>
            <pc:sldMk cId="937425885" sldId="487"/>
            <ac:spMk id="20" creationId="{873872A3-B6A3-B38E-7F4B-9592F38F1122}"/>
          </ac:spMkLst>
        </pc:spChg>
        <pc:spChg chg="add mod">
          <ac:chgData name="FRABOULET Xavier" userId="18e1457a-6c31-407b-a82c-fce6695e284c" providerId="ADAL" clId="{ACEF8B68-010F-496F-AD5B-4FC855E3A855}" dt="2022-12-02T09:40:54.219" v="1446" actId="1035"/>
          <ac:spMkLst>
            <pc:docMk/>
            <pc:sldMk cId="937425885" sldId="487"/>
            <ac:spMk id="21" creationId="{C79205FD-34EC-574F-B7F5-223806D650CC}"/>
          </ac:spMkLst>
        </pc:spChg>
        <pc:spChg chg="add mod">
          <ac:chgData name="FRABOULET Xavier" userId="18e1457a-6c31-407b-a82c-fce6695e284c" providerId="ADAL" clId="{ACEF8B68-010F-496F-AD5B-4FC855E3A855}" dt="2022-12-02T09:40:49.850" v="1441" actId="1036"/>
          <ac:spMkLst>
            <pc:docMk/>
            <pc:sldMk cId="937425885" sldId="487"/>
            <ac:spMk id="22" creationId="{1326E78A-7FB7-15CB-4E0A-9BAB94A4C093}"/>
          </ac:spMkLst>
        </pc:spChg>
        <pc:spChg chg="add mod">
          <ac:chgData name="FRABOULET Xavier" userId="18e1457a-6c31-407b-a82c-fce6695e284c" providerId="ADAL" clId="{ACEF8B68-010F-496F-AD5B-4FC855E3A855}" dt="2022-12-02T09:41:05.563" v="1447" actId="1076"/>
          <ac:spMkLst>
            <pc:docMk/>
            <pc:sldMk cId="937425885" sldId="487"/>
            <ac:spMk id="23" creationId="{B1D4CD2A-8D3F-EFFB-935C-7578026E9BF2}"/>
          </ac:spMkLst>
        </pc:spChg>
        <pc:spChg chg="add mod">
          <ac:chgData name="FRABOULET Xavier" userId="18e1457a-6c31-407b-a82c-fce6695e284c" providerId="ADAL" clId="{ACEF8B68-010F-496F-AD5B-4FC855E3A855}" dt="2022-12-02T09:40:32.984" v="1429" actId="1076"/>
          <ac:spMkLst>
            <pc:docMk/>
            <pc:sldMk cId="937425885" sldId="487"/>
            <ac:spMk id="24" creationId="{9C17A0F7-DB00-FBB9-D379-4293775210F8}"/>
          </ac:spMkLst>
        </pc:spChg>
        <pc:spChg chg="add mod">
          <ac:chgData name="FRABOULET Xavier" userId="18e1457a-6c31-407b-a82c-fce6695e284c" providerId="ADAL" clId="{ACEF8B68-010F-496F-AD5B-4FC855E3A855}" dt="2022-12-02T09:42:59.332" v="1519" actId="1076"/>
          <ac:spMkLst>
            <pc:docMk/>
            <pc:sldMk cId="937425885" sldId="487"/>
            <ac:spMk id="25" creationId="{3EEA327E-E946-B6BA-E949-559E6BE0622B}"/>
          </ac:spMkLst>
        </pc:spChg>
        <pc:spChg chg="add mod">
          <ac:chgData name="FRABOULET Xavier" userId="18e1457a-6c31-407b-a82c-fce6695e284c" providerId="ADAL" clId="{ACEF8B68-010F-496F-AD5B-4FC855E3A855}" dt="2022-12-02T09:43:02.677" v="1520" actId="1076"/>
          <ac:spMkLst>
            <pc:docMk/>
            <pc:sldMk cId="937425885" sldId="487"/>
            <ac:spMk id="26" creationId="{EE4B1D40-F222-2CD0-F072-DC011911468B}"/>
          </ac:spMkLst>
        </pc:spChg>
        <pc:spChg chg="add del mod">
          <ac:chgData name="FRABOULET Xavier" userId="18e1457a-6c31-407b-a82c-fce6695e284c" providerId="ADAL" clId="{ACEF8B68-010F-496F-AD5B-4FC855E3A855}" dt="2022-12-02T09:43:18.782" v="1522" actId="478"/>
          <ac:spMkLst>
            <pc:docMk/>
            <pc:sldMk cId="937425885" sldId="487"/>
            <ac:spMk id="28" creationId="{403F843A-E6E1-EC1C-AC95-857226F911F3}"/>
          </ac:spMkLst>
        </pc:spChg>
        <pc:picChg chg="add mod">
          <ac:chgData name="FRABOULET Xavier" userId="18e1457a-6c31-407b-a82c-fce6695e284c" providerId="ADAL" clId="{ACEF8B68-010F-496F-AD5B-4FC855E3A855}" dt="2022-12-02T09:43:58.502" v="1544" actId="1076"/>
          <ac:picMkLst>
            <pc:docMk/>
            <pc:sldMk cId="937425885" sldId="487"/>
            <ac:picMk id="1026" creationId="{3B280562-C509-E0B0-C668-3965BC8E33DC}"/>
          </ac:picMkLst>
        </pc:picChg>
        <pc:picChg chg="add mod">
          <ac:chgData name="FRABOULET Xavier" userId="18e1457a-6c31-407b-a82c-fce6695e284c" providerId="ADAL" clId="{ACEF8B68-010F-496F-AD5B-4FC855E3A855}" dt="2022-12-02T09:44:11.041" v="1547" actId="1076"/>
          <ac:picMkLst>
            <pc:docMk/>
            <pc:sldMk cId="937425885" sldId="487"/>
            <ac:picMk id="1028" creationId="{0475F9A7-E0B9-3561-0AE7-9A664FD4202E}"/>
          </ac:picMkLst>
        </pc:picChg>
        <pc:picChg chg="add mod">
          <ac:chgData name="FRABOULET Xavier" userId="18e1457a-6c31-407b-a82c-fce6695e284c" providerId="ADAL" clId="{ACEF8B68-010F-496F-AD5B-4FC855E3A855}" dt="2022-12-02T09:44:31.178" v="1554" actId="1076"/>
          <ac:picMkLst>
            <pc:docMk/>
            <pc:sldMk cId="937425885" sldId="487"/>
            <ac:picMk id="1030" creationId="{2C6ECD82-EFE6-A1F3-0190-638F7FB6FEE0}"/>
          </ac:picMkLst>
        </pc:picChg>
        <pc:picChg chg="add mod">
          <ac:chgData name="FRABOULET Xavier" userId="18e1457a-6c31-407b-a82c-fce6695e284c" providerId="ADAL" clId="{ACEF8B68-010F-496F-AD5B-4FC855E3A855}" dt="2022-12-02T09:45:07.171" v="1563" actId="1076"/>
          <ac:picMkLst>
            <pc:docMk/>
            <pc:sldMk cId="937425885" sldId="487"/>
            <ac:picMk id="1032" creationId="{F85BB6A6-0ACD-4E9B-0039-F174B46B21BF}"/>
          </ac:picMkLst>
        </pc:picChg>
        <pc:cxnChg chg="add mod">
          <ac:chgData name="FRABOULET Xavier" userId="18e1457a-6c31-407b-a82c-fce6695e284c" providerId="ADAL" clId="{ACEF8B68-010F-496F-AD5B-4FC855E3A855}" dt="2022-12-02T09:39:41.197" v="1410" actId="14100"/>
          <ac:cxnSpMkLst>
            <pc:docMk/>
            <pc:sldMk cId="937425885" sldId="487"/>
            <ac:cxnSpMk id="8" creationId="{C655E648-1F7D-970B-0F7F-49AFE90B9B45}"/>
          </ac:cxnSpMkLst>
        </pc:cxnChg>
      </pc:sldChg>
      <pc:sldChg chg="modSp mod modNotesTx">
        <pc:chgData name="FRABOULET Xavier" userId="18e1457a-6c31-407b-a82c-fce6695e284c" providerId="ADAL" clId="{ACEF8B68-010F-496F-AD5B-4FC855E3A855}" dt="2022-12-04T16:08:56.529" v="5369" actId="15"/>
        <pc:sldMkLst>
          <pc:docMk/>
          <pc:sldMk cId="2178276352" sldId="488"/>
        </pc:sldMkLst>
        <pc:spChg chg="mod">
          <ac:chgData name="FRABOULET Xavier" userId="18e1457a-6c31-407b-a82c-fce6695e284c" providerId="ADAL" clId="{ACEF8B68-010F-496F-AD5B-4FC855E3A855}" dt="2022-12-04T15:55:43.406" v="5228" actId="20577"/>
          <ac:spMkLst>
            <pc:docMk/>
            <pc:sldMk cId="2178276352" sldId="488"/>
            <ac:spMk id="2" creationId="{00000000-0000-0000-0000-000000000000}"/>
          </ac:spMkLst>
        </pc:spChg>
      </pc:sldChg>
      <pc:sldChg chg="addSp modSp mod">
        <pc:chgData name="FRABOULET Xavier" userId="18e1457a-6c31-407b-a82c-fce6695e284c" providerId="ADAL" clId="{ACEF8B68-010F-496F-AD5B-4FC855E3A855}" dt="2022-11-30T07:31:26.989" v="1136" actId="20577"/>
        <pc:sldMkLst>
          <pc:docMk/>
          <pc:sldMk cId="3039584805" sldId="489"/>
        </pc:sldMkLst>
        <pc:spChg chg="mod">
          <ac:chgData name="FRABOULET Xavier" userId="18e1457a-6c31-407b-a82c-fce6695e284c" providerId="ADAL" clId="{ACEF8B68-010F-496F-AD5B-4FC855E3A855}" dt="2022-11-30T07:31:26.989" v="1136" actId="20577"/>
          <ac:spMkLst>
            <pc:docMk/>
            <pc:sldMk cId="3039584805" sldId="489"/>
            <ac:spMk id="8" creationId="{854AAC38-4D5E-96D9-121E-5491F2A98D14}"/>
          </ac:spMkLst>
        </pc:spChg>
        <pc:spChg chg="add mod">
          <ac:chgData name="FRABOULET Xavier" userId="18e1457a-6c31-407b-a82c-fce6695e284c" providerId="ADAL" clId="{ACEF8B68-010F-496F-AD5B-4FC855E3A855}" dt="2022-11-28T15:14:42.792" v="17" actId="1076"/>
          <ac:spMkLst>
            <pc:docMk/>
            <pc:sldMk cId="3039584805" sldId="489"/>
            <ac:spMk id="9" creationId="{DCAF6447-B51E-C94E-DE33-81378001FBED}"/>
          </ac:spMkLst>
        </pc:spChg>
      </pc:sldChg>
      <pc:sldChg chg="modSp mod">
        <pc:chgData name="FRABOULET Xavier" userId="18e1457a-6c31-407b-a82c-fce6695e284c" providerId="ADAL" clId="{ACEF8B68-010F-496F-AD5B-4FC855E3A855}" dt="2022-12-02T09:57:20.109" v="2239" actId="20577"/>
        <pc:sldMkLst>
          <pc:docMk/>
          <pc:sldMk cId="2983839745" sldId="490"/>
        </pc:sldMkLst>
        <pc:spChg chg="mod">
          <ac:chgData name="FRABOULET Xavier" userId="18e1457a-6c31-407b-a82c-fce6695e284c" providerId="ADAL" clId="{ACEF8B68-010F-496F-AD5B-4FC855E3A855}" dt="2022-12-02T09:57:20.109" v="2239" actId="20577"/>
          <ac:spMkLst>
            <pc:docMk/>
            <pc:sldMk cId="2983839745" sldId="490"/>
            <ac:spMk id="2" creationId="{3068B5C0-51C8-D211-C47E-CE7628BFC5C0}"/>
          </ac:spMkLst>
        </pc:spChg>
      </pc:sldChg>
      <pc:sldChg chg="new del">
        <pc:chgData name="FRABOULET Xavier" userId="18e1457a-6c31-407b-a82c-fce6695e284c" providerId="ADAL" clId="{ACEF8B68-010F-496F-AD5B-4FC855E3A855}" dt="2022-12-03T17:12:08.893" v="4917" actId="680"/>
        <pc:sldMkLst>
          <pc:docMk/>
          <pc:sldMk cId="12143214" sldId="491"/>
        </pc:sldMkLst>
      </pc:sldChg>
      <pc:sldChg chg="add del">
        <pc:chgData name="FRABOULET Xavier" userId="18e1457a-6c31-407b-a82c-fce6695e284c" providerId="ADAL" clId="{ACEF8B68-010F-496F-AD5B-4FC855E3A855}" dt="2022-11-28T15:31:55.336" v="309" actId="47"/>
        <pc:sldMkLst>
          <pc:docMk/>
          <pc:sldMk cId="185514292" sldId="491"/>
        </pc:sldMkLst>
      </pc:sldChg>
    </pc:docChg>
  </pc:docChgLst>
  <pc:docChgLst>
    <pc:chgData name="FRABOULET Xavier" userId="18e1457a-6c31-407b-a82c-fce6695e284c" providerId="ADAL" clId="{6B4CB06F-29E1-49E8-AA2F-0097B2FB4188}"/>
    <pc:docChg chg="undo redo custSel addSld delSld modSld sldOrd">
      <pc:chgData name="FRABOULET Xavier" userId="18e1457a-6c31-407b-a82c-fce6695e284c" providerId="ADAL" clId="{6B4CB06F-29E1-49E8-AA2F-0097B2FB4188}" dt="2022-11-28T14:05:09.465" v="11099" actId="20577"/>
      <pc:docMkLst>
        <pc:docMk/>
      </pc:docMkLst>
      <pc:sldChg chg="modSp mod">
        <pc:chgData name="FRABOULET Xavier" userId="18e1457a-6c31-407b-a82c-fce6695e284c" providerId="ADAL" clId="{6B4CB06F-29E1-49E8-AA2F-0097B2FB4188}" dt="2022-11-19T16:07:08.123" v="6779" actId="20577"/>
        <pc:sldMkLst>
          <pc:docMk/>
          <pc:sldMk cId="2085250777" sldId="263"/>
        </pc:sldMkLst>
        <pc:spChg chg="mod">
          <ac:chgData name="FRABOULET Xavier" userId="18e1457a-6c31-407b-a82c-fce6695e284c" providerId="ADAL" clId="{6B4CB06F-29E1-49E8-AA2F-0097B2FB4188}" dt="2022-11-19T16:07:08.123" v="6779" actId="20577"/>
          <ac:spMkLst>
            <pc:docMk/>
            <pc:sldMk cId="2085250777" sldId="263"/>
            <ac:spMk id="3" creationId="{31DFA70B-34D4-4D7E-8D44-380743E2A699}"/>
          </ac:spMkLst>
        </pc:spChg>
        <pc:spChg chg="mod">
          <ac:chgData name="FRABOULET Xavier" userId="18e1457a-6c31-407b-a82c-fce6695e284c" providerId="ADAL" clId="{6B4CB06F-29E1-49E8-AA2F-0097B2FB4188}" dt="2022-11-15T16:52:41.357" v="24" actId="6549"/>
          <ac:spMkLst>
            <pc:docMk/>
            <pc:sldMk cId="2085250777" sldId="263"/>
            <ac:spMk id="4" creationId="{1F6BF8CE-87E8-4534-AD75-1842FA3062BC}"/>
          </ac:spMkLst>
        </pc:spChg>
      </pc:sldChg>
      <pc:sldChg chg="modSp mod">
        <pc:chgData name="FRABOULET Xavier" userId="18e1457a-6c31-407b-a82c-fce6695e284c" providerId="ADAL" clId="{6B4CB06F-29E1-49E8-AA2F-0097B2FB4188}" dt="2022-11-19T16:07:20.499" v="6782" actId="20577"/>
        <pc:sldMkLst>
          <pc:docMk/>
          <pc:sldMk cId="811065827" sldId="265"/>
        </pc:sldMkLst>
        <pc:spChg chg="mod">
          <ac:chgData name="FRABOULET Xavier" userId="18e1457a-6c31-407b-a82c-fce6695e284c" providerId="ADAL" clId="{6B4CB06F-29E1-49E8-AA2F-0097B2FB4188}" dt="2022-11-19T16:07:20.499" v="6782" actId="20577"/>
          <ac:spMkLst>
            <pc:docMk/>
            <pc:sldMk cId="811065827" sldId="265"/>
            <ac:spMk id="3" creationId="{31DFA70B-34D4-4D7E-8D44-380743E2A699}"/>
          </ac:spMkLst>
        </pc:spChg>
        <pc:spChg chg="mod">
          <ac:chgData name="FRABOULET Xavier" userId="18e1457a-6c31-407b-a82c-fce6695e284c" providerId="ADAL" clId="{6B4CB06F-29E1-49E8-AA2F-0097B2FB4188}" dt="2022-11-16T16:47:07.030" v="1995" actId="6549"/>
          <ac:spMkLst>
            <pc:docMk/>
            <pc:sldMk cId="811065827" sldId="265"/>
            <ac:spMk id="4" creationId="{1F6BF8CE-87E8-4534-AD75-1842FA3062BC}"/>
          </ac:spMkLst>
        </pc:spChg>
      </pc:sldChg>
      <pc:sldChg chg="del">
        <pc:chgData name="FRABOULET Xavier" userId="18e1457a-6c31-407b-a82c-fce6695e284c" providerId="ADAL" clId="{6B4CB06F-29E1-49E8-AA2F-0097B2FB4188}" dt="2022-11-15T16:52:27.567" v="0" actId="47"/>
        <pc:sldMkLst>
          <pc:docMk/>
          <pc:sldMk cId="4014164491" sldId="301"/>
        </pc:sldMkLst>
      </pc:sldChg>
      <pc:sldChg chg="del">
        <pc:chgData name="FRABOULET Xavier" userId="18e1457a-6c31-407b-a82c-fce6695e284c" providerId="ADAL" clId="{6B4CB06F-29E1-49E8-AA2F-0097B2FB4188}" dt="2022-11-28T08:09:39.670" v="9719" actId="47"/>
        <pc:sldMkLst>
          <pc:docMk/>
          <pc:sldMk cId="2563589320" sldId="318"/>
        </pc:sldMkLst>
      </pc:sldChg>
      <pc:sldChg chg="modSp mod">
        <pc:chgData name="FRABOULET Xavier" userId="18e1457a-6c31-407b-a82c-fce6695e284c" providerId="ADAL" clId="{6B4CB06F-29E1-49E8-AA2F-0097B2FB4188}" dt="2022-11-28T07:57:26.353" v="9241" actId="20577"/>
        <pc:sldMkLst>
          <pc:docMk/>
          <pc:sldMk cId="2223300186" sldId="335"/>
        </pc:sldMkLst>
        <pc:spChg chg="mod">
          <ac:chgData name="FRABOULET Xavier" userId="18e1457a-6c31-407b-a82c-fce6695e284c" providerId="ADAL" clId="{6B4CB06F-29E1-49E8-AA2F-0097B2FB4188}" dt="2022-11-28T07:57:26.353" v="9241" actId="20577"/>
          <ac:spMkLst>
            <pc:docMk/>
            <pc:sldMk cId="2223300186" sldId="335"/>
            <ac:spMk id="2" creationId="{00000000-0000-0000-0000-000000000000}"/>
          </ac:spMkLst>
        </pc:spChg>
      </pc:sldChg>
      <pc:sldChg chg="modSp mod">
        <pc:chgData name="FRABOULET Xavier" userId="18e1457a-6c31-407b-a82c-fce6695e284c" providerId="ADAL" clId="{6B4CB06F-29E1-49E8-AA2F-0097B2FB4188}" dt="2022-11-28T07:56:23.972" v="9237" actId="20577"/>
        <pc:sldMkLst>
          <pc:docMk/>
          <pc:sldMk cId="3231393755" sldId="409"/>
        </pc:sldMkLst>
        <pc:spChg chg="mod">
          <ac:chgData name="FRABOULET Xavier" userId="18e1457a-6c31-407b-a82c-fce6695e284c" providerId="ADAL" clId="{6B4CB06F-29E1-49E8-AA2F-0097B2FB4188}" dt="2022-11-28T07:56:23.972" v="9237" actId="20577"/>
          <ac:spMkLst>
            <pc:docMk/>
            <pc:sldMk cId="3231393755" sldId="409"/>
            <ac:spMk id="3" creationId="{31DFA70B-34D4-4D7E-8D44-380743E2A699}"/>
          </ac:spMkLst>
        </pc:spChg>
      </pc:sldChg>
      <pc:sldChg chg="modSp mod ord">
        <pc:chgData name="FRABOULET Xavier" userId="18e1457a-6c31-407b-a82c-fce6695e284c" providerId="ADAL" clId="{6B4CB06F-29E1-49E8-AA2F-0097B2FB4188}" dt="2022-11-28T08:02:30.314" v="9619" actId="20577"/>
        <pc:sldMkLst>
          <pc:docMk/>
          <pc:sldMk cId="2427034614" sldId="433"/>
        </pc:sldMkLst>
        <pc:spChg chg="mod">
          <ac:chgData name="FRABOULET Xavier" userId="18e1457a-6c31-407b-a82c-fce6695e284c" providerId="ADAL" clId="{6B4CB06F-29E1-49E8-AA2F-0097B2FB4188}" dt="2022-11-28T08:02:30.314" v="9619" actId="20577"/>
          <ac:spMkLst>
            <pc:docMk/>
            <pc:sldMk cId="2427034614" sldId="433"/>
            <ac:spMk id="2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19T16:46:07.667" v="6787" actId="6549"/>
          <ac:spMkLst>
            <pc:docMk/>
            <pc:sldMk cId="2427034614" sldId="433"/>
            <ac:spMk id="5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28T07:58:04.225" v="9270"/>
          <ac:spMkLst>
            <pc:docMk/>
            <pc:sldMk cId="2427034614" sldId="433"/>
            <ac:spMk id="6" creationId="{00000000-0000-0000-0000-000000000000}"/>
          </ac:spMkLst>
        </pc:spChg>
      </pc:sldChg>
      <pc:sldChg chg="del">
        <pc:chgData name="FRABOULET Xavier" userId="18e1457a-6c31-407b-a82c-fce6695e284c" providerId="ADAL" clId="{6B4CB06F-29E1-49E8-AA2F-0097B2FB4188}" dt="2022-11-28T08:09:35.309" v="9718" actId="47"/>
        <pc:sldMkLst>
          <pc:docMk/>
          <pc:sldMk cId="2827917865" sldId="437"/>
        </pc:sldMkLst>
      </pc:sldChg>
      <pc:sldChg chg="del">
        <pc:chgData name="FRABOULET Xavier" userId="18e1457a-6c31-407b-a82c-fce6695e284c" providerId="ADAL" clId="{6B4CB06F-29E1-49E8-AA2F-0097B2FB4188}" dt="2022-11-28T08:09:35.309" v="9718" actId="47"/>
        <pc:sldMkLst>
          <pc:docMk/>
          <pc:sldMk cId="1796245242" sldId="439"/>
        </pc:sldMkLst>
      </pc:sldChg>
      <pc:sldChg chg="del">
        <pc:chgData name="FRABOULET Xavier" userId="18e1457a-6c31-407b-a82c-fce6695e284c" providerId="ADAL" clId="{6B4CB06F-29E1-49E8-AA2F-0097B2FB4188}" dt="2022-11-28T08:09:35.309" v="9718" actId="47"/>
        <pc:sldMkLst>
          <pc:docMk/>
          <pc:sldMk cId="1763508460" sldId="440"/>
        </pc:sldMkLst>
      </pc:sldChg>
      <pc:sldChg chg="del">
        <pc:chgData name="FRABOULET Xavier" userId="18e1457a-6c31-407b-a82c-fce6695e284c" providerId="ADAL" clId="{6B4CB06F-29E1-49E8-AA2F-0097B2FB4188}" dt="2022-11-28T08:09:39.670" v="9719" actId="47"/>
        <pc:sldMkLst>
          <pc:docMk/>
          <pc:sldMk cId="690505390" sldId="441"/>
        </pc:sldMkLst>
      </pc:sldChg>
      <pc:sldChg chg="del">
        <pc:chgData name="FRABOULET Xavier" userId="18e1457a-6c31-407b-a82c-fce6695e284c" providerId="ADAL" clId="{6B4CB06F-29E1-49E8-AA2F-0097B2FB4188}" dt="2022-11-28T08:09:39.670" v="9719" actId="47"/>
        <pc:sldMkLst>
          <pc:docMk/>
          <pc:sldMk cId="2147944410" sldId="442"/>
        </pc:sldMkLst>
      </pc:sldChg>
      <pc:sldChg chg="del">
        <pc:chgData name="FRABOULET Xavier" userId="18e1457a-6c31-407b-a82c-fce6695e284c" providerId="ADAL" clId="{6B4CB06F-29E1-49E8-AA2F-0097B2FB4188}" dt="2022-11-28T08:09:39.670" v="9719" actId="47"/>
        <pc:sldMkLst>
          <pc:docMk/>
          <pc:sldMk cId="1268406255" sldId="447"/>
        </pc:sldMkLst>
      </pc:sldChg>
      <pc:sldChg chg="del">
        <pc:chgData name="FRABOULET Xavier" userId="18e1457a-6c31-407b-a82c-fce6695e284c" providerId="ADAL" clId="{6B4CB06F-29E1-49E8-AA2F-0097B2FB4188}" dt="2022-11-15T16:52:27.567" v="0" actId="47"/>
        <pc:sldMkLst>
          <pc:docMk/>
          <pc:sldMk cId="2397073988" sldId="451"/>
        </pc:sldMkLst>
      </pc:sldChg>
      <pc:sldChg chg="modSp del mod">
        <pc:chgData name="FRABOULET Xavier" userId="18e1457a-6c31-407b-a82c-fce6695e284c" providerId="ADAL" clId="{6B4CB06F-29E1-49E8-AA2F-0097B2FB4188}" dt="2022-11-28T08:04:26.676" v="9716" actId="47"/>
        <pc:sldMkLst>
          <pc:docMk/>
          <pc:sldMk cId="1037347984" sldId="455"/>
        </pc:sldMkLst>
        <pc:spChg chg="mod">
          <ac:chgData name="FRABOULET Xavier" userId="18e1457a-6c31-407b-a82c-fce6695e284c" providerId="ADAL" clId="{6B4CB06F-29E1-49E8-AA2F-0097B2FB4188}" dt="2022-11-28T07:57:48.636" v="9267" actId="20577"/>
          <ac:spMkLst>
            <pc:docMk/>
            <pc:sldMk cId="1037347984" sldId="455"/>
            <ac:spMk id="11" creationId="{00000000-0000-0000-0000-000000000000}"/>
          </ac:spMkLst>
        </pc:spChg>
        <pc:picChg chg="mod">
          <ac:chgData name="FRABOULET Xavier" userId="18e1457a-6c31-407b-a82c-fce6695e284c" providerId="ADAL" clId="{6B4CB06F-29E1-49E8-AA2F-0097B2FB4188}" dt="2022-11-28T07:57:52.694" v="9268" actId="14100"/>
          <ac:picMkLst>
            <pc:docMk/>
            <pc:sldMk cId="1037347984" sldId="455"/>
            <ac:picMk id="12" creationId="{00000000-0000-0000-0000-000000000000}"/>
          </ac:picMkLst>
        </pc:picChg>
      </pc:sldChg>
      <pc:sldChg chg="del">
        <pc:chgData name="FRABOULET Xavier" userId="18e1457a-6c31-407b-a82c-fce6695e284c" providerId="ADAL" clId="{6B4CB06F-29E1-49E8-AA2F-0097B2FB4188}" dt="2022-11-28T08:09:39.670" v="9719" actId="47"/>
        <pc:sldMkLst>
          <pc:docMk/>
          <pc:sldMk cId="2709735895" sldId="459"/>
        </pc:sldMkLst>
      </pc:sldChg>
      <pc:sldChg chg="del">
        <pc:chgData name="FRABOULET Xavier" userId="18e1457a-6c31-407b-a82c-fce6695e284c" providerId="ADAL" clId="{6B4CB06F-29E1-49E8-AA2F-0097B2FB4188}" dt="2022-11-28T07:55:46.482" v="9224" actId="47"/>
        <pc:sldMkLst>
          <pc:docMk/>
          <pc:sldMk cId="1426751529" sldId="460"/>
        </pc:sldMkLst>
      </pc:sldChg>
      <pc:sldChg chg="del">
        <pc:chgData name="FRABOULET Xavier" userId="18e1457a-6c31-407b-a82c-fce6695e284c" providerId="ADAL" clId="{6B4CB06F-29E1-49E8-AA2F-0097B2FB4188}" dt="2022-11-28T08:09:35.309" v="9718" actId="47"/>
        <pc:sldMkLst>
          <pc:docMk/>
          <pc:sldMk cId="3453190456" sldId="461"/>
        </pc:sldMkLst>
      </pc:sldChg>
      <pc:sldChg chg="del">
        <pc:chgData name="FRABOULET Xavier" userId="18e1457a-6c31-407b-a82c-fce6695e284c" providerId="ADAL" clId="{6B4CB06F-29E1-49E8-AA2F-0097B2FB4188}" dt="2022-11-28T08:09:39.670" v="9719" actId="47"/>
        <pc:sldMkLst>
          <pc:docMk/>
          <pc:sldMk cId="308825540" sldId="462"/>
        </pc:sldMkLst>
      </pc:sldChg>
      <pc:sldChg chg="addSp delSp modSp mod ord">
        <pc:chgData name="FRABOULET Xavier" userId="18e1457a-6c31-407b-a82c-fce6695e284c" providerId="ADAL" clId="{6B4CB06F-29E1-49E8-AA2F-0097B2FB4188}" dt="2022-11-28T13:27:48.822" v="10580" actId="14100"/>
        <pc:sldMkLst>
          <pc:docMk/>
          <pc:sldMk cId="1627033050" sldId="463"/>
        </pc:sldMkLst>
        <pc:spChg chg="mod">
          <ac:chgData name="FRABOULET Xavier" userId="18e1457a-6c31-407b-a82c-fce6695e284c" providerId="ADAL" clId="{6B4CB06F-29E1-49E8-AA2F-0097B2FB4188}" dt="2022-11-28T13:27:48.822" v="10580" actId="14100"/>
          <ac:spMkLst>
            <pc:docMk/>
            <pc:sldMk cId="1627033050" sldId="463"/>
            <ac:spMk id="6" creationId="{00000000-0000-0000-0000-000000000000}"/>
          </ac:spMkLst>
        </pc:spChg>
        <pc:spChg chg="add del mod">
          <ac:chgData name="FRABOULET Xavier" userId="18e1457a-6c31-407b-a82c-fce6695e284c" providerId="ADAL" clId="{6B4CB06F-29E1-49E8-AA2F-0097B2FB4188}" dt="2022-11-28T08:03:03.933" v="9623" actId="478"/>
          <ac:spMkLst>
            <pc:docMk/>
            <pc:sldMk cId="1627033050" sldId="463"/>
            <ac:spMk id="10" creationId="{F98CE305-E337-A2A5-5F5A-B4FB94704DAC}"/>
          </ac:spMkLst>
        </pc:spChg>
        <pc:picChg chg="add mod">
          <ac:chgData name="FRABOULET Xavier" userId="18e1457a-6c31-407b-a82c-fce6695e284c" providerId="ADAL" clId="{6B4CB06F-29E1-49E8-AA2F-0097B2FB4188}" dt="2022-11-28T08:02:58.597" v="9622" actId="1076"/>
          <ac:picMkLst>
            <pc:docMk/>
            <pc:sldMk cId="1627033050" sldId="463"/>
            <ac:picMk id="5" creationId="{07B1C359-1835-1307-E588-CAED0C882386}"/>
          </ac:picMkLst>
        </pc:picChg>
        <pc:picChg chg="del">
          <ac:chgData name="FRABOULET Xavier" userId="18e1457a-6c31-407b-a82c-fce6695e284c" providerId="ADAL" clId="{6B4CB06F-29E1-49E8-AA2F-0097B2FB4188}" dt="2022-11-28T08:02:55.643" v="9621" actId="478"/>
          <ac:picMkLst>
            <pc:docMk/>
            <pc:sldMk cId="1627033050" sldId="463"/>
            <ac:picMk id="12" creationId="{00000000-0000-0000-0000-000000000000}"/>
          </ac:picMkLst>
        </pc:picChg>
      </pc:sldChg>
      <pc:sldChg chg="del">
        <pc:chgData name="FRABOULET Xavier" userId="18e1457a-6c31-407b-a82c-fce6695e284c" providerId="ADAL" clId="{6B4CB06F-29E1-49E8-AA2F-0097B2FB4188}" dt="2022-11-28T07:55:46.482" v="9224" actId="47"/>
        <pc:sldMkLst>
          <pc:docMk/>
          <pc:sldMk cId="350687036" sldId="466"/>
        </pc:sldMkLst>
      </pc:sldChg>
      <pc:sldChg chg="addSp delSp modSp add mod modNotesTx">
        <pc:chgData name="FRABOULET Xavier" userId="18e1457a-6c31-407b-a82c-fce6695e284c" providerId="ADAL" clId="{6B4CB06F-29E1-49E8-AA2F-0097B2FB4188}" dt="2022-11-19T17:27:30.971" v="7834" actId="20577"/>
        <pc:sldMkLst>
          <pc:docMk/>
          <pc:sldMk cId="364453942" sldId="467"/>
        </pc:sldMkLst>
        <pc:spChg chg="mod">
          <ac:chgData name="FRABOULET Xavier" userId="18e1457a-6c31-407b-a82c-fce6695e284c" providerId="ADAL" clId="{6B4CB06F-29E1-49E8-AA2F-0097B2FB4188}" dt="2022-11-19T17:27:30.971" v="7834" actId="20577"/>
          <ac:spMkLst>
            <pc:docMk/>
            <pc:sldMk cId="364453942" sldId="467"/>
            <ac:spMk id="2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19T17:27:27.851" v="7831" actId="1076"/>
          <ac:spMkLst>
            <pc:docMk/>
            <pc:sldMk cId="364453942" sldId="467"/>
            <ac:spMk id="4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15T17:42:55.434" v="1163" actId="20577"/>
          <ac:spMkLst>
            <pc:docMk/>
            <pc:sldMk cId="364453942" sldId="467"/>
            <ac:spMk id="5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15T17:33:31.355" v="1051" actId="20577"/>
          <ac:spMkLst>
            <pc:docMk/>
            <pc:sldMk cId="364453942" sldId="467"/>
            <ac:spMk id="6" creationId="{00000000-0000-0000-0000-000000000000}"/>
          </ac:spMkLst>
        </pc:spChg>
        <pc:spChg chg="add mod">
          <ac:chgData name="FRABOULET Xavier" userId="18e1457a-6c31-407b-a82c-fce6695e284c" providerId="ADAL" clId="{6B4CB06F-29E1-49E8-AA2F-0097B2FB4188}" dt="2022-11-19T16:55:35.816" v="7247" actId="1037"/>
          <ac:spMkLst>
            <pc:docMk/>
            <pc:sldMk cId="364453942" sldId="467"/>
            <ac:spMk id="7" creationId="{35A14C68-0DED-791C-9193-AB02F7345CDE}"/>
          </ac:spMkLst>
        </pc:spChg>
        <pc:spChg chg="add mod">
          <ac:chgData name="FRABOULET Xavier" userId="18e1457a-6c31-407b-a82c-fce6695e284c" providerId="ADAL" clId="{6B4CB06F-29E1-49E8-AA2F-0097B2FB4188}" dt="2022-11-19T16:55:42.648" v="7248" actId="1076"/>
          <ac:spMkLst>
            <pc:docMk/>
            <pc:sldMk cId="364453942" sldId="467"/>
            <ac:spMk id="8" creationId="{14BB7AAB-7AF5-7D31-A744-8C2DE08C25EF}"/>
          </ac:spMkLst>
        </pc:spChg>
        <pc:spChg chg="add del mod">
          <ac:chgData name="FRABOULET Xavier" userId="18e1457a-6c31-407b-a82c-fce6695e284c" providerId="ADAL" clId="{6B4CB06F-29E1-49E8-AA2F-0097B2FB4188}" dt="2022-11-15T17:23:51.225" v="834" actId="478"/>
          <ac:spMkLst>
            <pc:docMk/>
            <pc:sldMk cId="364453942" sldId="467"/>
            <ac:spMk id="9" creationId="{67F2B5EC-A7DF-16F6-F324-F395F7A1894A}"/>
          </ac:spMkLst>
        </pc:spChg>
        <pc:picChg chg="add del mod">
          <ac:chgData name="FRABOULET Xavier" userId="18e1457a-6c31-407b-a82c-fce6695e284c" providerId="ADAL" clId="{6B4CB06F-29E1-49E8-AA2F-0097B2FB4188}" dt="2022-11-15T17:23:50.394" v="833" actId="478"/>
          <ac:picMkLst>
            <pc:docMk/>
            <pc:sldMk cId="364453942" sldId="467"/>
            <ac:picMk id="7" creationId="{CDFB7B94-EFC6-9878-2DBC-7D0A095060FB}"/>
          </ac:picMkLst>
        </pc:picChg>
        <pc:picChg chg="add del mod">
          <ac:chgData name="FRABOULET Xavier" userId="18e1457a-6c31-407b-a82c-fce6695e284c" providerId="ADAL" clId="{6B4CB06F-29E1-49E8-AA2F-0097B2FB4188}" dt="2022-11-15T17:23:51.697" v="835" actId="478"/>
          <ac:picMkLst>
            <pc:docMk/>
            <pc:sldMk cId="364453942" sldId="467"/>
            <ac:picMk id="8" creationId="{B16185DF-BEE5-2E08-1D05-84373EBCE152}"/>
          </ac:picMkLst>
        </pc:picChg>
        <pc:picChg chg="add mod modCrop">
          <ac:chgData name="FRABOULET Xavier" userId="18e1457a-6c31-407b-a82c-fce6695e284c" providerId="ADAL" clId="{6B4CB06F-29E1-49E8-AA2F-0097B2FB4188}" dt="2022-11-19T16:55:06.576" v="7237" actId="1076"/>
          <ac:picMkLst>
            <pc:docMk/>
            <pc:sldMk cId="364453942" sldId="467"/>
            <ac:picMk id="11" creationId="{C3B69E08-F079-9747-ED91-CCA273F34E11}"/>
          </ac:picMkLst>
        </pc:picChg>
        <pc:picChg chg="add del mod">
          <ac:chgData name="FRABOULET Xavier" userId="18e1457a-6c31-407b-a82c-fce6695e284c" providerId="ADAL" clId="{6B4CB06F-29E1-49E8-AA2F-0097B2FB4188}" dt="2022-11-15T17:29:12.461" v="848" actId="478"/>
          <ac:picMkLst>
            <pc:docMk/>
            <pc:sldMk cId="364453942" sldId="467"/>
            <ac:picMk id="1026" creationId="{2F5B83AD-E43C-3129-AB47-ED9A3D367F2F}"/>
          </ac:picMkLst>
        </pc:picChg>
      </pc:sldChg>
      <pc:sldChg chg="delSp modSp add mod modNotesTx">
        <pc:chgData name="FRABOULET Xavier" userId="18e1457a-6c31-407b-a82c-fce6695e284c" providerId="ADAL" clId="{6B4CB06F-29E1-49E8-AA2F-0097B2FB4188}" dt="2022-11-28T14:05:09.465" v="11099" actId="20577"/>
        <pc:sldMkLst>
          <pc:docMk/>
          <pc:sldMk cId="2614494145" sldId="468"/>
        </pc:sldMkLst>
        <pc:spChg chg="mod">
          <ac:chgData name="FRABOULET Xavier" userId="18e1457a-6c31-407b-a82c-fce6695e284c" providerId="ADAL" clId="{6B4CB06F-29E1-49E8-AA2F-0097B2FB4188}" dt="2022-11-28T14:05:09.465" v="11099" actId="20577"/>
          <ac:spMkLst>
            <pc:docMk/>
            <pc:sldMk cId="2614494145" sldId="468"/>
            <ac:spMk id="2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19T16:56:02.536" v="7258" actId="20577"/>
          <ac:spMkLst>
            <pc:docMk/>
            <pc:sldMk cId="2614494145" sldId="468"/>
            <ac:spMk id="5" creationId="{00000000-0000-0000-0000-000000000000}"/>
          </ac:spMkLst>
        </pc:spChg>
        <pc:picChg chg="del">
          <ac:chgData name="FRABOULET Xavier" userId="18e1457a-6c31-407b-a82c-fce6695e284c" providerId="ADAL" clId="{6B4CB06F-29E1-49E8-AA2F-0097B2FB4188}" dt="2022-11-15T17:34:01.787" v="1119" actId="478"/>
          <ac:picMkLst>
            <pc:docMk/>
            <pc:sldMk cId="2614494145" sldId="468"/>
            <ac:picMk id="11" creationId="{C3B69E08-F079-9747-ED91-CCA273F34E11}"/>
          </ac:picMkLst>
        </pc:picChg>
      </pc:sldChg>
      <pc:sldChg chg="addSp delSp modSp add mod">
        <pc:chgData name="FRABOULET Xavier" userId="18e1457a-6c31-407b-a82c-fce6695e284c" providerId="ADAL" clId="{6B4CB06F-29E1-49E8-AA2F-0097B2FB4188}" dt="2022-11-16T16:30:35.882" v="1287" actId="20577"/>
        <pc:sldMkLst>
          <pc:docMk/>
          <pc:sldMk cId="1528637428" sldId="469"/>
        </pc:sldMkLst>
        <pc:spChg chg="mod">
          <ac:chgData name="FRABOULET Xavier" userId="18e1457a-6c31-407b-a82c-fce6695e284c" providerId="ADAL" clId="{6B4CB06F-29E1-49E8-AA2F-0097B2FB4188}" dt="2022-11-16T16:30:06.267" v="1281"/>
          <ac:spMkLst>
            <pc:docMk/>
            <pc:sldMk cId="1528637428" sldId="469"/>
            <ac:spMk id="2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16T16:30:35.882" v="1287" actId="20577"/>
          <ac:spMkLst>
            <pc:docMk/>
            <pc:sldMk cId="1528637428" sldId="469"/>
            <ac:spMk id="5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16T16:26:52.957" v="1223"/>
          <ac:spMkLst>
            <pc:docMk/>
            <pc:sldMk cId="1528637428" sldId="469"/>
            <ac:spMk id="6" creationId="{00000000-0000-0000-0000-000000000000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7" creationId="{4E8E9130-AB6C-4E4B-CC6D-A46EB6CD79AC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8" creationId="{B8908B29-FCDF-527A-A148-8AFB936E2CA5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9" creationId="{AE24DABB-E5D1-65DD-EF8B-96096E82029E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0" creationId="{94267A18-C737-87EA-C70A-D57A90DA4390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1" creationId="{E9D58A5C-2339-11FC-861A-4F3BEC01A1FD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2" creationId="{C7398053-EA2B-C59C-A818-C1AB1C423FFF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3" creationId="{1C1D0F32-1394-CFEA-54F4-CED3E5ACC019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4" creationId="{64A115A5-7AEA-0368-7E50-4808967D803D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5" creationId="{24551E69-C76A-B3C3-674B-73B6BB99D308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6" creationId="{2A5753BD-4E58-06AC-3B78-20ACDBD519D4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7" creationId="{0FE17DC0-5345-951D-2064-B149CF35CCE6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8" creationId="{1B44E098-E38A-E068-D80B-6AC0E1587184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19" creationId="{397C039E-3770-9D01-3F0A-973394861B7D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20" creationId="{5B3B4FFA-07FA-96B4-13AE-F8C5D30BF142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21" creationId="{0E80B3E2-E230-A304-9784-04921F33C4FB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22" creationId="{8A5B763E-6E0F-B838-7A3D-34515380766F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23" creationId="{C2EDB811-8F8B-0AEB-170E-8FFD0E97BAFF}"/>
          </ac:spMkLst>
        </pc:spChg>
        <pc:spChg chg="add del mod">
          <ac:chgData name="FRABOULET Xavier" userId="18e1457a-6c31-407b-a82c-fce6695e284c" providerId="ADAL" clId="{6B4CB06F-29E1-49E8-AA2F-0097B2FB4188}" dt="2022-11-16T16:27:39.606" v="1239"/>
          <ac:spMkLst>
            <pc:docMk/>
            <pc:sldMk cId="1528637428" sldId="469"/>
            <ac:spMk id="24" creationId="{6C8A288A-40B8-D748-E3E2-FFFA1371CA5D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27" creationId="{9B842A06-7F21-AE41-74EC-04E43DE3482A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28" creationId="{9D07B004-3808-816A-D944-50456BD51C24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29" creationId="{98CB3D6D-2877-AF7D-C9D4-2349570FB8AF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0" creationId="{4835B9D5-EEF3-4A34-5326-C0D7BB2B171E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1" creationId="{6AF94942-4737-FFC7-A8C9-EC7B7AF5FC53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2" creationId="{7E304875-6588-BE62-6625-CA75210E329C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3" creationId="{23D40473-DA2B-E352-97AD-410EEDA9C8B4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4" creationId="{F54D8A16-933B-FD17-8735-1F145970B453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5" creationId="{37C6ED00-C118-E0A5-24C8-CFE28EBAA4FA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6" creationId="{A7C8B879-92EE-B04A-13CA-69B6A6CCB36A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7" creationId="{7FAD87F9-E304-C1A1-4F3F-DF409F786C24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8" creationId="{DC64E9A9-6937-C2A4-45EB-676FA49EAFD8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39" creationId="{B0D70E2D-1CF9-6DD6-C87A-C5530866CF78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40" creationId="{DB8A24AB-33DF-A181-3946-183946A8BA62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41" creationId="{9725E881-2959-D614-A90F-468675C389C1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42" creationId="{09AFECD3-F7E7-D12A-0FDC-70C427F58F5A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43" creationId="{A7FB8AB2-FD3F-AACB-6705-DA43AF7FC75B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44" creationId="{BD452361-5D82-8777-EB44-3362D7E9DFB4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46" creationId="{041D6AB2-FC3E-1945-2502-16699BBFD545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48" creationId="{70C6D992-04E8-712D-6A33-2D6EC287C664}"/>
          </ac:spMkLst>
        </pc:spChg>
        <pc:spChg chg="add del mod">
          <ac:chgData name="FRABOULET Xavier" userId="18e1457a-6c31-407b-a82c-fce6695e284c" providerId="ADAL" clId="{6B4CB06F-29E1-49E8-AA2F-0097B2FB4188}" dt="2022-11-16T16:27:39.242" v="1238"/>
          <ac:spMkLst>
            <pc:docMk/>
            <pc:sldMk cId="1528637428" sldId="469"/>
            <ac:spMk id="49" creationId="{BD1CF26E-BB5D-1743-902C-6BF45E60EC82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0" creationId="{C0306BB8-2869-02C0-C8EC-B4854E76C3D4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1" creationId="{F3F101C4-6FDA-0252-BF38-22067F26D0E5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2" creationId="{BA152DE4-35A2-BBBF-A494-85FB46A2DA35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3" creationId="{61B5CCB1-E6D6-6D0C-B756-4FA256F13E57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4" creationId="{F5444FDF-71F7-D645-251F-E362B7A97812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5" creationId="{6E0D4BCC-DE33-14CF-7354-E4F08302B7A0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6" creationId="{4FF3794E-F38B-F6F3-5E72-71A8EAD331A1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7" creationId="{825F162B-E807-7B2B-1656-5596A666104C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8" creationId="{4922196B-5F63-FF6C-A4D8-88E1585F0D03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59" creationId="{2A1377AB-41E4-FC82-6000-91E168D4AF5F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60" creationId="{CB691CB2-8E7F-6463-E7B5-6A1C06FC0A67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61" creationId="{F353EB48-B90E-A374-9C0C-513616C46312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62" creationId="{916DC4D9-E947-8F74-A5DA-5E9A58D6B396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63" creationId="{FE5E21D5-2C27-7045-9662-6EFBC0EF1A1E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64" creationId="{EAC474FC-37B8-9142-1B9B-6741059D4445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65" creationId="{D2708552-E6CE-2D8F-A101-95F494DBA9E7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66" creationId="{5D9E585C-6F5B-A999-E139-5D939EE90B54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67" creationId="{4F66B31E-EF22-A17F-EEC5-1181A6B762A2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69" creationId="{4BEB4966-CEF2-6684-ADAF-E44495B4C5A2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71" creationId="{4416CF5F-E929-17EA-C1CD-3A6294BCA424}"/>
          </ac:spMkLst>
        </pc:spChg>
        <pc:spChg chg="add del mod">
          <ac:chgData name="FRABOULET Xavier" userId="18e1457a-6c31-407b-a82c-fce6695e284c" providerId="ADAL" clId="{6B4CB06F-29E1-49E8-AA2F-0097B2FB4188}" dt="2022-11-16T16:27:52.460" v="1241"/>
          <ac:spMkLst>
            <pc:docMk/>
            <pc:sldMk cId="1528637428" sldId="469"/>
            <ac:spMk id="72" creationId="{3FC8F2B5-EF6D-8626-05ED-B263A77E2882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74" creationId="{F75D3B29-6196-C595-34BD-B9C2DB5DF9DE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75" creationId="{1557270A-E1F8-B866-E9E1-5AE01D406FF3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76" creationId="{92C5504A-7126-285F-DB51-998047A0795C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77" creationId="{F585A389-79D4-4F07-16E8-7DC350F13BEC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78" creationId="{0D6E67C3-726C-4A52-4E01-BC3A0CF1DEF6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79" creationId="{55D6D3BF-CD2A-649B-A4B7-261EA8245BEC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0" creationId="{89FAD3BE-3FF1-F5FA-161B-19730B0D783A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1" creationId="{21A21DAD-CDF5-8416-736A-830302944A53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2" creationId="{6DADF52E-8988-EA3E-D67E-7B56F6A51B61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3" creationId="{D188829C-4465-08DA-8EC8-85E8D5E90BE7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4" creationId="{C1A1B8C5-CCCE-CE0F-C784-CEB67CF484C3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5" creationId="{C0971DE8-CF47-65A1-6D8F-1D237EC2746A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6" creationId="{8736CA41-1213-F3AB-DDEF-2C2E4705AD0B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7" creationId="{AB9D863D-5DA2-6AC0-72CF-AA48B3F6BD96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8" creationId="{B6EA1838-5A11-DF4C-A729-471C37C2C936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89" creationId="{4D8DD255-59A5-3FEC-D633-047A8E1142C6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90" creationId="{5CB552D3-677D-C298-035A-D56F248E7EC9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91" creationId="{B3350589-CE74-155F-5211-686CAF38F45C}"/>
          </ac:spMkLst>
        </pc:spChg>
        <pc:spChg chg="add del mod">
          <ac:chgData name="FRABOULET Xavier" userId="18e1457a-6c31-407b-a82c-fce6695e284c" providerId="ADAL" clId="{6B4CB06F-29E1-49E8-AA2F-0097B2FB4188}" dt="2022-11-16T16:28:13.485" v="1249"/>
          <ac:spMkLst>
            <pc:docMk/>
            <pc:sldMk cId="1528637428" sldId="469"/>
            <ac:spMk id="92" creationId="{6B5D9448-3FCD-A990-B5E0-6023DCA41455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95" creationId="{76013D84-DA9F-20C0-A2C4-E5598FAAE363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96" creationId="{08A0B145-3231-7DFF-D359-68D6F976B16A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97" creationId="{D95D7E08-7447-67D2-01A7-DE8041925B81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98" creationId="{153F968C-1A3F-4881-94A3-F2A1BEE1F3BE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99" creationId="{1D0750BF-6879-8705-7A02-C2B7DA925362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0" creationId="{353099B2-B3CF-6800-F5EA-FC09D39A241E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1" creationId="{ABC7E931-D510-0EBB-DDD7-6B3B93A50F34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2" creationId="{AB2727B2-3C2D-8AEB-80C6-4466A820A287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3" creationId="{4088BDF7-B562-85B6-8EA2-05BF1F3E6401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4" creationId="{F973600D-E626-E6F8-2C35-13652E663C7D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5" creationId="{5C7E1992-83FF-47BB-4246-6D2F1F9C2C0F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6" creationId="{01826E6F-46F1-FABC-932D-FE174A15257F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7" creationId="{93DA5DEF-85D0-7D16-D390-DC2ED97E69D8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8" creationId="{052C1736-C0F6-76E3-5601-76C22D700901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09" creationId="{BB038AB2-8C55-4D57-92E6-652EFCA2538D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10" creationId="{529F0D9A-CC34-4E98-4F69-286884500B6E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11" creationId="{C495D3A8-A202-9EF7-72D2-5541EBDEB11A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12" creationId="{55F0CE51-3383-7F55-2CEE-F85656E114CE}"/>
          </ac:spMkLst>
        </pc:spChg>
        <pc:spChg chg="add del mod">
          <ac:chgData name="FRABOULET Xavier" userId="18e1457a-6c31-407b-a82c-fce6695e284c" providerId="ADAL" clId="{6B4CB06F-29E1-49E8-AA2F-0097B2FB4188}" dt="2022-11-16T16:28:15.262" v="1251"/>
          <ac:spMkLst>
            <pc:docMk/>
            <pc:sldMk cId="1528637428" sldId="469"/>
            <ac:spMk id="113" creationId="{38D4D6DA-E727-0DA7-1CD5-B59574787AD7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16" creationId="{D7C6622E-8720-4F41-1088-2BB11EA58A44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17" creationId="{F7CA0BEE-F25C-C884-70DE-1AC6B692224E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18" creationId="{8A7ADA46-06F8-E4B4-D13C-36B3F580A3A3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19" creationId="{6BD5B4A6-1B6A-4D44-6CB5-AC0C1E72DF09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0" creationId="{B728CA0A-B964-2017-A75A-648FA44D9067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1" creationId="{2C9EF376-A4ED-8294-07AA-192957698F38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2" creationId="{E0105F14-3B96-D885-7363-3246DB081E0D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3" creationId="{D5A5F9A0-4F40-9E87-5FD1-78A75B824A26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4" creationId="{77B92583-636C-10F3-8659-62C0380B69AD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5" creationId="{70B1017F-E325-EEE6-F2AC-F4FCFB21DE56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6" creationId="{92975A75-15B3-FA88-AF48-599375304941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7" creationId="{BEB4A373-3C24-2422-1C9F-7A297E4E5CC0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8" creationId="{27D74B8D-44E8-3D9D-84C0-18CDB7AB7D3D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29" creationId="{BCD96EB3-178B-0C3B-E2E8-9A8D6BACEB02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30" creationId="{94A7E54D-CEDA-5FF5-9F32-468146779A93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31" creationId="{888F3A7F-8055-1F0D-4815-2CBF7912EEF1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32" creationId="{CC06A8C5-F439-3A7F-FE71-1B319DFDEE19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33" creationId="{DB792357-BCDA-241B-4D6C-A7A49C51CFED}"/>
          </ac:spMkLst>
        </pc:spChg>
        <pc:spChg chg="add del mod">
          <ac:chgData name="FRABOULET Xavier" userId="18e1457a-6c31-407b-a82c-fce6695e284c" providerId="ADAL" clId="{6B4CB06F-29E1-49E8-AA2F-0097B2FB4188}" dt="2022-11-16T16:28:19.654" v="1253"/>
          <ac:spMkLst>
            <pc:docMk/>
            <pc:sldMk cId="1528637428" sldId="469"/>
            <ac:spMk id="134" creationId="{D26B1BB2-C816-79E8-C54A-5444310FF2D9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37" creationId="{2816C369-1E28-5546-E906-E757CE63ED8E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38" creationId="{873B1A8C-8192-5626-D980-24CFCB20659E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39" creationId="{1ECD0625-19A5-04BC-C968-1F3A510B2B2D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0" creationId="{38C3C595-B494-5CB2-B948-C583D52D78EE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1" creationId="{DF1F2468-8D20-8159-8D97-3E46DDF4DB34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2" creationId="{64122628-FED6-D330-6C12-ADC12F63CC0D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3" creationId="{5CA1A5FF-86AE-375A-8C59-189D8ABB55B6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4" creationId="{513888B0-A6CD-3792-00C7-47DCC4C85716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5" creationId="{F08DF47C-FFB4-D941-48B2-244B06EF154F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6" creationId="{ED36F0CD-BBF4-8B4C-770D-6204BD508963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7" creationId="{E9246444-7824-2542-6C53-70962F71D145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8" creationId="{F9F9F01D-A147-5565-86CD-A0699AD0C025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49" creationId="{FAD3F7DC-2617-3850-7923-670499A29929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50" creationId="{15F1112F-3738-B0E6-0886-A4CC6027A9A1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51" creationId="{8C9DEE43-F33D-A4DA-E467-0F04A85C1922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52" creationId="{6CCC275D-3CD6-B2A7-811F-A9D7D8583792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53" creationId="{6AA81BD2-D600-8983-B1E9-D269875C0B6A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54" creationId="{AC633C60-403C-BBC7-9391-A4EF21EE2A1D}"/>
          </ac:spMkLst>
        </pc:spChg>
        <pc:spChg chg="add del mod">
          <ac:chgData name="FRABOULET Xavier" userId="18e1457a-6c31-407b-a82c-fce6695e284c" providerId="ADAL" clId="{6B4CB06F-29E1-49E8-AA2F-0097B2FB4188}" dt="2022-11-16T16:28:32.301" v="1259"/>
          <ac:spMkLst>
            <pc:docMk/>
            <pc:sldMk cId="1528637428" sldId="469"/>
            <ac:spMk id="155" creationId="{5D38D3BD-1813-AD51-7A6D-78DF8FF043B8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59" creationId="{A380FF82-52C5-87F7-2798-0533680F25BB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0" creationId="{0A1B7BA0-894A-6D24-C0B8-94BCAE3E21E8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1" creationId="{75CC2E08-8BD3-7264-4EFD-8B6F16DC40EE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2" creationId="{864398DF-CB90-192C-E0BA-C3DC724B9D19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3" creationId="{4FDC165E-CEBF-A45B-EF07-D576852E355B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4" creationId="{B0B71C25-8503-28A0-AF0D-DE947D710DA0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5" creationId="{867679FD-AA86-C8FB-4D63-A970154328E9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6" creationId="{F6867635-3050-3DFC-5632-D42593E51F6E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7" creationId="{72F98270-112C-CE1C-240C-039A308B9E55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8" creationId="{89484D07-63C6-E163-3737-39A334F7290F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69" creationId="{6C127D65-F2B5-D246-07BF-92AD2E841D65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70" creationId="{B8F6510C-7DD2-E29B-CFDF-98943EAC99B6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71" creationId="{8D989417-739E-97CE-35CF-985B90B80297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72" creationId="{A2E6AD5D-647C-DE1E-6128-6891CBE7E076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73" creationId="{45E84E6D-87E0-DEF7-0A35-E11580521219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74" creationId="{68000CD9-A0F3-52C2-11FE-EE08EE8B69E4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75" creationId="{FEDA52F8-5A97-FF21-2F22-A7C55B7B3300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76" creationId="{00DB0808-4724-7349-C692-4026B6563357}"/>
          </ac:spMkLst>
        </pc:spChg>
        <pc:spChg chg="add del mod">
          <ac:chgData name="FRABOULET Xavier" userId="18e1457a-6c31-407b-a82c-fce6695e284c" providerId="ADAL" clId="{6B4CB06F-29E1-49E8-AA2F-0097B2FB4188}" dt="2022-11-16T16:28:52.247" v="1263"/>
          <ac:spMkLst>
            <pc:docMk/>
            <pc:sldMk cId="1528637428" sldId="469"/>
            <ac:spMk id="177" creationId="{B35137C6-D015-AAF0-ED2D-7EFC93746703}"/>
          </ac:spMkLst>
        </pc:spChg>
        <pc:picChg chg="add del mod">
          <ac:chgData name="FRABOULET Xavier" userId="18e1457a-6c31-407b-a82c-fce6695e284c" providerId="ADAL" clId="{6B4CB06F-29E1-49E8-AA2F-0097B2FB4188}" dt="2022-11-16T16:27:39.606" v="1239"/>
          <ac:picMkLst>
            <pc:docMk/>
            <pc:sldMk cId="1528637428" sldId="469"/>
            <ac:picMk id="25" creationId="{327A4AB4-AC44-35B7-4290-CB37B708CC5D}"/>
          </ac:picMkLst>
        </pc:picChg>
        <pc:picChg chg="add del mod">
          <ac:chgData name="FRABOULET Xavier" userId="18e1457a-6c31-407b-a82c-fce6695e284c" providerId="ADAL" clId="{6B4CB06F-29E1-49E8-AA2F-0097B2FB4188}" dt="2022-11-16T16:27:39.606" v="1239"/>
          <ac:picMkLst>
            <pc:docMk/>
            <pc:sldMk cId="1528637428" sldId="469"/>
            <ac:picMk id="26" creationId="{95B6D712-22A5-6C04-5FB1-D0C500770896}"/>
          </ac:picMkLst>
        </pc:picChg>
        <pc:picChg chg="add del mod">
          <ac:chgData name="FRABOULET Xavier" userId="18e1457a-6c31-407b-a82c-fce6695e284c" providerId="ADAL" clId="{6B4CB06F-29E1-49E8-AA2F-0097B2FB4188}" dt="2022-11-16T16:27:39.242" v="1238"/>
          <ac:picMkLst>
            <pc:docMk/>
            <pc:sldMk cId="1528637428" sldId="469"/>
            <ac:picMk id="45" creationId="{2E880F8C-094F-E8BB-0180-524699A9F218}"/>
          </ac:picMkLst>
        </pc:picChg>
        <pc:picChg chg="add del mod">
          <ac:chgData name="FRABOULET Xavier" userId="18e1457a-6c31-407b-a82c-fce6695e284c" providerId="ADAL" clId="{6B4CB06F-29E1-49E8-AA2F-0097B2FB4188}" dt="2022-11-16T16:27:39.242" v="1238"/>
          <ac:picMkLst>
            <pc:docMk/>
            <pc:sldMk cId="1528637428" sldId="469"/>
            <ac:picMk id="47" creationId="{0F1A5149-5ECF-67C4-0FD9-1848ED875BFA}"/>
          </ac:picMkLst>
        </pc:picChg>
        <pc:picChg chg="add del mod">
          <ac:chgData name="FRABOULET Xavier" userId="18e1457a-6c31-407b-a82c-fce6695e284c" providerId="ADAL" clId="{6B4CB06F-29E1-49E8-AA2F-0097B2FB4188}" dt="2022-11-16T16:27:52.460" v="1241"/>
          <ac:picMkLst>
            <pc:docMk/>
            <pc:sldMk cId="1528637428" sldId="469"/>
            <ac:picMk id="68" creationId="{52B7ED54-6656-9ABB-360C-D5FF3438A424}"/>
          </ac:picMkLst>
        </pc:picChg>
        <pc:picChg chg="add del mod">
          <ac:chgData name="FRABOULET Xavier" userId="18e1457a-6c31-407b-a82c-fce6695e284c" providerId="ADAL" clId="{6B4CB06F-29E1-49E8-AA2F-0097B2FB4188}" dt="2022-11-16T16:27:52.460" v="1241"/>
          <ac:picMkLst>
            <pc:docMk/>
            <pc:sldMk cId="1528637428" sldId="469"/>
            <ac:picMk id="70" creationId="{FF6A406F-B780-0167-C365-80D697F81B46}"/>
          </ac:picMkLst>
        </pc:picChg>
        <pc:picChg chg="add del mod">
          <ac:chgData name="FRABOULET Xavier" userId="18e1457a-6c31-407b-a82c-fce6695e284c" providerId="ADAL" clId="{6B4CB06F-29E1-49E8-AA2F-0097B2FB4188}" dt="2022-11-16T16:28:04.836" v="1247"/>
          <ac:picMkLst>
            <pc:docMk/>
            <pc:sldMk cId="1528637428" sldId="469"/>
            <ac:picMk id="73" creationId="{0D715022-E20A-DB4B-0CF7-FE6F748C4A3F}"/>
          </ac:picMkLst>
        </pc:picChg>
        <pc:picChg chg="add del mod">
          <ac:chgData name="FRABOULET Xavier" userId="18e1457a-6c31-407b-a82c-fce6695e284c" providerId="ADAL" clId="{6B4CB06F-29E1-49E8-AA2F-0097B2FB4188}" dt="2022-11-16T16:28:13.485" v="1249"/>
          <ac:picMkLst>
            <pc:docMk/>
            <pc:sldMk cId="1528637428" sldId="469"/>
            <ac:picMk id="93" creationId="{6951BDD1-0886-0D5B-6F1E-A3F201674CDB}"/>
          </ac:picMkLst>
        </pc:picChg>
        <pc:picChg chg="add del mod">
          <ac:chgData name="FRABOULET Xavier" userId="18e1457a-6c31-407b-a82c-fce6695e284c" providerId="ADAL" clId="{6B4CB06F-29E1-49E8-AA2F-0097B2FB4188}" dt="2022-11-16T16:28:13.485" v="1249"/>
          <ac:picMkLst>
            <pc:docMk/>
            <pc:sldMk cId="1528637428" sldId="469"/>
            <ac:picMk id="94" creationId="{27EA93F0-7257-4D83-9573-B4C9F9AE336B}"/>
          </ac:picMkLst>
        </pc:picChg>
        <pc:picChg chg="add del mod">
          <ac:chgData name="FRABOULET Xavier" userId="18e1457a-6c31-407b-a82c-fce6695e284c" providerId="ADAL" clId="{6B4CB06F-29E1-49E8-AA2F-0097B2FB4188}" dt="2022-11-16T16:28:15.262" v="1251"/>
          <ac:picMkLst>
            <pc:docMk/>
            <pc:sldMk cId="1528637428" sldId="469"/>
            <ac:picMk id="114" creationId="{8FD04372-909A-E1F8-ED77-1D7611EC1637}"/>
          </ac:picMkLst>
        </pc:picChg>
        <pc:picChg chg="add del mod">
          <ac:chgData name="FRABOULET Xavier" userId="18e1457a-6c31-407b-a82c-fce6695e284c" providerId="ADAL" clId="{6B4CB06F-29E1-49E8-AA2F-0097B2FB4188}" dt="2022-11-16T16:28:15.262" v="1251"/>
          <ac:picMkLst>
            <pc:docMk/>
            <pc:sldMk cId="1528637428" sldId="469"/>
            <ac:picMk id="115" creationId="{C8B0460D-2D24-E29E-E521-7CF80D8035CC}"/>
          </ac:picMkLst>
        </pc:picChg>
        <pc:picChg chg="add del mod">
          <ac:chgData name="FRABOULET Xavier" userId="18e1457a-6c31-407b-a82c-fce6695e284c" providerId="ADAL" clId="{6B4CB06F-29E1-49E8-AA2F-0097B2FB4188}" dt="2022-11-16T16:28:19.654" v="1253"/>
          <ac:picMkLst>
            <pc:docMk/>
            <pc:sldMk cId="1528637428" sldId="469"/>
            <ac:picMk id="135" creationId="{CD861300-C420-A969-9A04-3C8B7CE10823}"/>
          </ac:picMkLst>
        </pc:picChg>
        <pc:picChg chg="add del mod">
          <ac:chgData name="FRABOULET Xavier" userId="18e1457a-6c31-407b-a82c-fce6695e284c" providerId="ADAL" clId="{6B4CB06F-29E1-49E8-AA2F-0097B2FB4188}" dt="2022-11-16T16:28:19.654" v="1253"/>
          <ac:picMkLst>
            <pc:docMk/>
            <pc:sldMk cId="1528637428" sldId="469"/>
            <ac:picMk id="136" creationId="{27D47D44-653C-A337-D58C-DECEB8026CAC}"/>
          </ac:picMkLst>
        </pc:picChg>
        <pc:picChg chg="add del mod">
          <ac:chgData name="FRABOULET Xavier" userId="18e1457a-6c31-407b-a82c-fce6695e284c" providerId="ADAL" clId="{6B4CB06F-29E1-49E8-AA2F-0097B2FB4188}" dt="2022-11-16T16:28:32.301" v="1259"/>
          <ac:picMkLst>
            <pc:docMk/>
            <pc:sldMk cId="1528637428" sldId="469"/>
            <ac:picMk id="156" creationId="{82711452-A415-3DBF-8CD9-CA894C3DC73C}"/>
          </ac:picMkLst>
        </pc:picChg>
        <pc:picChg chg="add del mod">
          <ac:chgData name="FRABOULET Xavier" userId="18e1457a-6c31-407b-a82c-fce6695e284c" providerId="ADAL" clId="{6B4CB06F-29E1-49E8-AA2F-0097B2FB4188}" dt="2022-11-16T16:28:32.301" v="1259"/>
          <ac:picMkLst>
            <pc:docMk/>
            <pc:sldMk cId="1528637428" sldId="469"/>
            <ac:picMk id="157" creationId="{B6CA5794-EBA8-6E3C-6CE6-9FD04F9BFD51}"/>
          </ac:picMkLst>
        </pc:picChg>
        <pc:picChg chg="add del">
          <ac:chgData name="FRABOULET Xavier" userId="18e1457a-6c31-407b-a82c-fce6695e284c" providerId="ADAL" clId="{6B4CB06F-29E1-49E8-AA2F-0097B2FB4188}" dt="2022-11-16T16:28:50.652" v="1261"/>
          <ac:picMkLst>
            <pc:docMk/>
            <pc:sldMk cId="1528637428" sldId="469"/>
            <ac:picMk id="158" creationId="{58A3CDD9-E81B-428C-EBD1-478A34A7C8BC}"/>
          </ac:picMkLst>
        </pc:picChg>
        <pc:picChg chg="add del mod">
          <ac:chgData name="FRABOULET Xavier" userId="18e1457a-6c31-407b-a82c-fce6695e284c" providerId="ADAL" clId="{6B4CB06F-29E1-49E8-AA2F-0097B2FB4188}" dt="2022-11-16T16:28:52.247" v="1263"/>
          <ac:picMkLst>
            <pc:docMk/>
            <pc:sldMk cId="1528637428" sldId="469"/>
            <ac:picMk id="178" creationId="{9D15A31F-502D-116A-7F20-335A9CE593DD}"/>
          </ac:picMkLst>
        </pc:picChg>
        <pc:picChg chg="add mod">
          <ac:chgData name="FRABOULET Xavier" userId="18e1457a-6c31-407b-a82c-fce6695e284c" providerId="ADAL" clId="{6B4CB06F-29E1-49E8-AA2F-0097B2FB4188}" dt="2022-11-16T16:30:17.269" v="1282" actId="1076"/>
          <ac:picMkLst>
            <pc:docMk/>
            <pc:sldMk cId="1528637428" sldId="469"/>
            <ac:picMk id="179" creationId="{6CABAA82-B959-E8B2-0BD1-670333E7F269}"/>
          </ac:picMkLst>
        </pc:picChg>
      </pc:sldChg>
      <pc:sldChg chg="addSp delSp modSp new add del mod modNotesTx">
        <pc:chgData name="FRABOULET Xavier" userId="18e1457a-6c31-407b-a82c-fce6695e284c" providerId="ADAL" clId="{6B4CB06F-29E1-49E8-AA2F-0097B2FB4188}" dt="2022-11-18T10:43:07.921" v="5075" actId="14100"/>
        <pc:sldMkLst>
          <pc:docMk/>
          <pc:sldMk cId="1187240519" sldId="470"/>
        </pc:sldMkLst>
        <pc:spChg chg="add del">
          <ac:chgData name="FRABOULET Xavier" userId="18e1457a-6c31-407b-a82c-fce6695e284c" providerId="ADAL" clId="{6B4CB06F-29E1-49E8-AA2F-0097B2FB4188}" dt="2022-11-16T16:33:06.780" v="1358" actId="478"/>
          <ac:spMkLst>
            <pc:docMk/>
            <pc:sldMk cId="1187240519" sldId="470"/>
            <ac:spMk id="2" creationId="{C7054362-44E4-D757-3994-6F425BD40BAD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5" creationId="{613FD805-D61B-3F86-C3CB-D4D7630482A1}"/>
          </ac:spMkLst>
        </pc:spChg>
        <pc:spChg chg="mod">
          <ac:chgData name="FRABOULET Xavier" userId="18e1457a-6c31-407b-a82c-fce6695e284c" providerId="ADAL" clId="{6B4CB06F-29E1-49E8-AA2F-0097B2FB4188}" dt="2022-11-16T16:32:44.828" v="1357" actId="20577"/>
          <ac:spMkLst>
            <pc:docMk/>
            <pc:sldMk cId="1187240519" sldId="470"/>
            <ac:spMk id="6" creationId="{C6F1FE10-8D6C-F2B7-B9E6-B1211B7E7B02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7" creationId="{87E678DD-C96B-CB04-D01B-BBAB1E469832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8" creationId="{368EA724-3BAA-6CAE-D5F9-7BD6C5998544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9" creationId="{F146968E-6EA9-0801-0D3E-1C8A0B18F507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10" creationId="{D306503F-D28C-1417-B56C-E78BB0BD7096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15" creationId="{C3062640-5A29-AE66-3233-4331344FC152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18" creationId="{EFD6AD1A-A587-4FED-F1BE-F73DCB6BB410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19" creationId="{CBA6CB4A-85E8-BC53-4021-7C7EF6D50BE8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20" creationId="{FEBACF70-44F7-5339-5371-6109579416ED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21" creationId="{C5AD9582-EA29-D9E7-54BD-ECCA17C88A8F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22" creationId="{0D149181-0EF6-BFD1-47E5-B6E23B840776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25" creationId="{5DA8DB82-D839-F4E5-2398-435001C29097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26" creationId="{CFDD3B78-2D56-2A42-0C6A-8CCC14B1347E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27" creationId="{94216519-BD18-665B-601D-8142958D379F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28" creationId="{C2B30DAE-CEC0-DA50-45B1-7B60F4C80A79}"/>
          </ac:spMkLst>
        </pc:spChg>
        <pc:spChg chg="add del mod">
          <ac:chgData name="FRABOULET Xavier" userId="18e1457a-6c31-407b-a82c-fce6695e284c" providerId="ADAL" clId="{6B4CB06F-29E1-49E8-AA2F-0097B2FB4188}" dt="2022-11-16T16:31:23.533" v="1290"/>
          <ac:spMkLst>
            <pc:docMk/>
            <pc:sldMk cId="1187240519" sldId="470"/>
            <ac:spMk id="29" creationId="{9B4AB91D-B69B-140C-6BE5-7C9DA3A0BC9F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31" creationId="{D32935F2-7655-131A-AA3C-7351C234A427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34" creationId="{30324CCB-F7C2-DEB6-212A-B585018A338B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37" creationId="{2F7E519B-C1A3-6615-AB22-1B7BD986248C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40" creationId="{BB99E600-9A52-2B40-E6E2-E64617EA89B7}"/>
          </ac:spMkLst>
        </pc:spChg>
        <pc:spChg chg="mod">
          <ac:chgData name="FRABOULET Xavier" userId="18e1457a-6c31-407b-a82c-fce6695e284c" providerId="ADAL" clId="{6B4CB06F-29E1-49E8-AA2F-0097B2FB4188}" dt="2022-11-16T16:31:22.576" v="1289"/>
          <ac:spMkLst>
            <pc:docMk/>
            <pc:sldMk cId="1187240519" sldId="470"/>
            <ac:spMk id="43" creationId="{12691A9E-4168-3E5B-FE21-0720CC152858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45" creationId="{F086CE98-1A57-5448-0713-6B283EBA6C2D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46" creationId="{703B3C5C-C98A-CB02-9AB9-6AF361A7FC73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47" creationId="{E86D3D83-AC39-E46B-7B20-5D6599CE8F16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48" creationId="{816BE367-0211-59CB-A29F-30280A2A678C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53" creationId="{35B02D45-8240-10F5-F3A8-1EF3A5ECF245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56" creationId="{AAAC7254-DBEC-BB06-70F9-0FE64AB39378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57" creationId="{740458FD-449F-8EC8-C78C-5D3E2C93320C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58" creationId="{6ADBD774-4DF4-2293-851D-9F04BEE85CF4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59" creationId="{56E6D9CE-55C8-66DA-CBC7-17E77E1F75ED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60" creationId="{98F5E88E-AC86-AD18-7DCA-687847A8C7B8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63" creationId="{F310E2CC-36A8-7A7A-40AA-455A945FDD4F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64" creationId="{A1610933-5133-D414-03A2-F23EAFB690A7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65" creationId="{70C0CE38-7FB9-2B54-6906-1C9745F9AB67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66" creationId="{DB00E419-AF88-D9C1-1DDB-D339A6D3EB35}"/>
          </ac:spMkLst>
        </pc:spChg>
        <pc:spChg chg="add del mod">
          <ac:chgData name="FRABOULET Xavier" userId="18e1457a-6c31-407b-a82c-fce6695e284c" providerId="ADAL" clId="{6B4CB06F-29E1-49E8-AA2F-0097B2FB4188}" dt="2022-11-16T16:32:22.855" v="1330"/>
          <ac:spMkLst>
            <pc:docMk/>
            <pc:sldMk cId="1187240519" sldId="470"/>
            <ac:spMk id="67" creationId="{E714B35C-76A7-0C90-C279-B04859A2CBB4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69" creationId="{E39ACB4D-7890-3D9E-E6FB-1BECE67E83FB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72" creationId="{4B6A40F6-1143-CE00-4300-071B14A5CE70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75" creationId="{9360B6C9-C2D3-C9F1-8595-F740F1E1C097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78" creationId="{47D50B29-0593-2AE0-E8EF-F95220E411D0}"/>
          </ac:spMkLst>
        </pc:spChg>
        <pc:spChg chg="mod">
          <ac:chgData name="FRABOULET Xavier" userId="18e1457a-6c31-407b-a82c-fce6695e284c" providerId="ADAL" clId="{6B4CB06F-29E1-49E8-AA2F-0097B2FB4188}" dt="2022-11-16T16:31:24.951" v="1291"/>
          <ac:spMkLst>
            <pc:docMk/>
            <pc:sldMk cId="1187240519" sldId="470"/>
            <ac:spMk id="81" creationId="{8572113E-6227-3574-AC5C-5234189E1218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83" creationId="{9AB8D289-5F2D-9574-5EA2-ABA63D386FB2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84" creationId="{CF18B96C-D5C7-8F6C-36CE-CA65797FFB02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85" creationId="{F2D42531-D97D-8D8D-4781-6809BE4AC212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86" creationId="{9BC659F8-C426-9A9F-CA21-204F79FA4805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91" creationId="{4A222107-D537-80FF-3003-45844E5408F4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94" creationId="{4725626B-D73F-E6D2-3B16-14C641243F0D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95" creationId="{71ACB01A-616F-5860-B1ED-5E481A51F7E0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96" creationId="{A46F7D18-D24E-531A-A840-DB592CA282B8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97" creationId="{19FFA1DD-44ED-597D-9BAC-C09990897D3D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98" creationId="{32F0ADA7-1B2C-CC1A-2883-D4CFDD7F53D0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101" creationId="{76E44693-EBA0-3475-717F-9FED1528B99B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102" creationId="{1B5D0D14-72E7-C5B2-FFC4-DF346F07ECB5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103" creationId="{747C5CD6-37A6-7D19-027D-2DD66502B220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104" creationId="{CB550824-2A39-1D1F-9887-4360EEBDF0B7}"/>
          </ac:spMkLst>
        </pc:spChg>
        <pc:spChg chg="add del mod">
          <ac:chgData name="FRABOULET Xavier" userId="18e1457a-6c31-407b-a82c-fce6695e284c" providerId="ADAL" clId="{6B4CB06F-29E1-49E8-AA2F-0097B2FB4188}" dt="2022-11-16T16:33:09.485" v="1360"/>
          <ac:spMkLst>
            <pc:docMk/>
            <pc:sldMk cId="1187240519" sldId="470"/>
            <ac:spMk id="105" creationId="{35B50A4B-987E-3FC6-B7F3-705AB20B0EE3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107" creationId="{74DC69D0-E6D2-699F-260A-F350AF048604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110" creationId="{48456D74-CC96-F31E-F038-CB0B9F1E455F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113" creationId="{C696C5B8-62A1-E920-F5C0-352509C33881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116" creationId="{7B74FD3E-5930-6AA1-6299-5B6A2C2A5D43}"/>
          </ac:spMkLst>
        </pc:spChg>
        <pc:spChg chg="mod">
          <ac:chgData name="FRABOULET Xavier" userId="18e1457a-6c31-407b-a82c-fce6695e284c" providerId="ADAL" clId="{6B4CB06F-29E1-49E8-AA2F-0097B2FB4188}" dt="2022-11-16T16:33:08.412" v="1359"/>
          <ac:spMkLst>
            <pc:docMk/>
            <pc:sldMk cId="1187240519" sldId="470"/>
            <ac:spMk id="119" creationId="{3E0A46A1-B69C-8011-67D1-FE83D6160203}"/>
          </ac:spMkLst>
        </pc:spChg>
        <pc:spChg chg="add mod">
          <ac:chgData name="FRABOULET Xavier" userId="18e1457a-6c31-407b-a82c-fce6695e284c" providerId="ADAL" clId="{6B4CB06F-29E1-49E8-AA2F-0097B2FB4188}" dt="2022-11-16T16:36:10.849" v="1386" actId="1076"/>
          <ac:spMkLst>
            <pc:docMk/>
            <pc:sldMk cId="1187240519" sldId="470"/>
            <ac:spMk id="121" creationId="{E98F15AE-52F9-9382-079C-DD85698168C3}"/>
          </ac:spMkLst>
        </pc:spChg>
        <pc:spChg chg="add mod">
          <ac:chgData name="FRABOULET Xavier" userId="18e1457a-6c31-407b-a82c-fce6695e284c" providerId="ADAL" clId="{6B4CB06F-29E1-49E8-AA2F-0097B2FB4188}" dt="2022-11-16T16:36:47.634" v="1395" actId="1076"/>
          <ac:spMkLst>
            <pc:docMk/>
            <pc:sldMk cId="1187240519" sldId="470"/>
            <ac:spMk id="122" creationId="{6158FDB4-D2FA-AC21-2122-424105FE73DC}"/>
          </ac:spMkLst>
        </pc:spChg>
        <pc:spChg chg="add mod">
          <ac:chgData name="FRABOULET Xavier" userId="18e1457a-6c31-407b-a82c-fce6695e284c" providerId="ADAL" clId="{6B4CB06F-29E1-49E8-AA2F-0097B2FB4188}" dt="2022-11-16T16:36:10.849" v="1386" actId="1076"/>
          <ac:spMkLst>
            <pc:docMk/>
            <pc:sldMk cId="1187240519" sldId="470"/>
            <ac:spMk id="123" creationId="{A7B38FB4-038D-9560-F1F5-DF6C7194039F}"/>
          </ac:spMkLst>
        </pc:spChg>
        <pc:spChg chg="add mod">
          <ac:chgData name="FRABOULET Xavier" userId="18e1457a-6c31-407b-a82c-fce6695e284c" providerId="ADAL" clId="{6B4CB06F-29E1-49E8-AA2F-0097B2FB4188}" dt="2022-11-16T16:37:16.671" v="1402" actId="1076"/>
          <ac:spMkLst>
            <pc:docMk/>
            <pc:sldMk cId="1187240519" sldId="470"/>
            <ac:spMk id="124" creationId="{1B14B774-8A5B-4C31-7B1E-6FD4751132FD}"/>
          </ac:spMkLst>
        </pc:spChg>
        <pc:spChg chg="add mod">
          <ac:chgData name="FRABOULET Xavier" userId="18e1457a-6c31-407b-a82c-fce6695e284c" providerId="ADAL" clId="{6B4CB06F-29E1-49E8-AA2F-0097B2FB4188}" dt="2022-11-16T16:37:23.039" v="1403" actId="1076"/>
          <ac:spMkLst>
            <pc:docMk/>
            <pc:sldMk cId="1187240519" sldId="470"/>
            <ac:spMk id="129" creationId="{5612E56B-25F6-E471-CD25-E883DB5D5E88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132" creationId="{3DC26BD8-A567-9977-F7F3-7C316D9B745E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133" creationId="{8CE09F16-78C4-2158-0641-20655B6954A0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134" creationId="{8FA3759C-62C2-25B2-DE90-56D73AF75EEE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135" creationId="{8F61BC05-035D-A810-7C92-9B23C99F5260}"/>
          </ac:spMkLst>
        </pc:spChg>
        <pc:spChg chg="mod">
          <ac:chgData name="FRABOULET Xavier" userId="18e1457a-6c31-407b-a82c-fce6695e284c" providerId="ADAL" clId="{6B4CB06F-29E1-49E8-AA2F-0097B2FB4188}" dt="2022-11-16T16:44:34.141" v="1938" actId="1076"/>
          <ac:spMkLst>
            <pc:docMk/>
            <pc:sldMk cId="1187240519" sldId="470"/>
            <ac:spMk id="136" creationId="{81645298-9A55-F99D-9CC4-4ACE0ABD533C}"/>
          </ac:spMkLst>
        </pc:spChg>
        <pc:spChg chg="add del mod">
          <ac:chgData name="FRABOULET Xavier" userId="18e1457a-6c31-407b-a82c-fce6695e284c" providerId="ADAL" clId="{6B4CB06F-29E1-49E8-AA2F-0097B2FB4188}" dt="2022-11-18T10:42:27.866" v="5061" actId="478"/>
          <ac:spMkLst>
            <pc:docMk/>
            <pc:sldMk cId="1187240519" sldId="470"/>
            <ac:spMk id="139" creationId="{D216D2CD-BD31-539C-D36D-7779A4BE5F97}"/>
          </ac:spMkLst>
        </pc:spChg>
        <pc:spChg chg="add del mod">
          <ac:chgData name="FRABOULET Xavier" userId="18e1457a-6c31-407b-a82c-fce6695e284c" providerId="ADAL" clId="{6B4CB06F-29E1-49E8-AA2F-0097B2FB4188}" dt="2022-11-18T10:42:26.691" v="5059" actId="478"/>
          <ac:spMkLst>
            <pc:docMk/>
            <pc:sldMk cId="1187240519" sldId="470"/>
            <ac:spMk id="140" creationId="{20A3296B-7902-EAFB-72BF-E2EEA7A5043A}"/>
          </ac:spMkLst>
        </pc:spChg>
        <pc:spChg chg="add del mod">
          <ac:chgData name="FRABOULET Xavier" userId="18e1457a-6c31-407b-a82c-fce6695e284c" providerId="ADAL" clId="{6B4CB06F-29E1-49E8-AA2F-0097B2FB4188}" dt="2022-11-18T10:42:30.603" v="5064" actId="478"/>
          <ac:spMkLst>
            <pc:docMk/>
            <pc:sldMk cId="1187240519" sldId="470"/>
            <ac:spMk id="141" creationId="{973D39BE-950F-82DA-BE7F-3712BE5D1DD3}"/>
          </ac:spMkLst>
        </pc:spChg>
        <pc:spChg chg="add del mod">
          <ac:chgData name="FRABOULET Xavier" userId="18e1457a-6c31-407b-a82c-fce6695e284c" providerId="ADAL" clId="{6B4CB06F-29E1-49E8-AA2F-0097B2FB4188}" dt="2022-11-18T10:42:33.049" v="5065" actId="478"/>
          <ac:spMkLst>
            <pc:docMk/>
            <pc:sldMk cId="1187240519" sldId="470"/>
            <ac:spMk id="142" creationId="{9D6BDDE9-55AD-28A2-DA2D-4813ED5AB77E}"/>
          </ac:spMkLst>
        </pc:spChg>
        <pc:spChg chg="add del mod">
          <ac:chgData name="FRABOULET Xavier" userId="18e1457a-6c31-407b-a82c-fce6695e284c" providerId="ADAL" clId="{6B4CB06F-29E1-49E8-AA2F-0097B2FB4188}" dt="2022-11-18T10:42:29.289" v="5062" actId="478"/>
          <ac:spMkLst>
            <pc:docMk/>
            <pc:sldMk cId="1187240519" sldId="470"/>
            <ac:spMk id="143" creationId="{5A7EA4A7-1E5C-9546-C53B-5649A62B25B4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145" creationId="{E1D964B5-28DF-4305-462B-BC8529F515F9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148" creationId="{F936C1CD-4962-7D17-13CA-C9D7B0D8745F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151" creationId="{2F6405C0-489A-7FE7-B5AE-9D9EAE0EC52F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154" creationId="{0FDE1B1B-AB3E-DA7C-6DF2-D848B9DAA8C0}"/>
          </ac:spMkLst>
        </pc:spChg>
        <pc:spChg chg="mod">
          <ac:chgData name="FRABOULET Xavier" userId="18e1457a-6c31-407b-a82c-fce6695e284c" providerId="ADAL" clId="{6B4CB06F-29E1-49E8-AA2F-0097B2FB4188}" dt="2022-11-16T16:35:51" v="1384" actId="403"/>
          <ac:spMkLst>
            <pc:docMk/>
            <pc:sldMk cId="1187240519" sldId="470"/>
            <ac:spMk id="157" creationId="{36B7B733-4B67-BBB1-60D2-2DB2FD984578}"/>
          </ac:spMkLst>
        </pc:spChg>
        <pc:grpChg chg="add del mod">
          <ac:chgData name="FRABOULET Xavier" userId="18e1457a-6c31-407b-a82c-fce6695e284c" providerId="ADAL" clId="{6B4CB06F-29E1-49E8-AA2F-0097B2FB4188}" dt="2022-11-16T16:31:23.533" v="1290"/>
          <ac:grpSpMkLst>
            <pc:docMk/>
            <pc:sldMk cId="1187240519" sldId="470"/>
            <ac:grpSpMk id="17" creationId="{D8BF7787-E52D-9E89-9084-3C9754244C8B}"/>
          </ac:grpSpMkLst>
        </pc:grpChg>
        <pc:grpChg chg="add del mod">
          <ac:chgData name="FRABOULET Xavier" userId="18e1457a-6c31-407b-a82c-fce6695e284c" providerId="ADAL" clId="{6B4CB06F-29E1-49E8-AA2F-0097B2FB4188}" dt="2022-11-16T16:31:23.533" v="1290"/>
          <ac:grpSpMkLst>
            <pc:docMk/>
            <pc:sldMk cId="1187240519" sldId="470"/>
            <ac:grpSpMk id="30" creationId="{38658876-7145-FCEB-7C73-34E5DACD480A}"/>
          </ac:grpSpMkLst>
        </pc:grpChg>
        <pc:grpChg chg="add del mod">
          <ac:chgData name="FRABOULET Xavier" userId="18e1457a-6c31-407b-a82c-fce6695e284c" providerId="ADAL" clId="{6B4CB06F-29E1-49E8-AA2F-0097B2FB4188}" dt="2022-11-16T16:31:23.533" v="1290"/>
          <ac:grpSpMkLst>
            <pc:docMk/>
            <pc:sldMk cId="1187240519" sldId="470"/>
            <ac:grpSpMk id="33" creationId="{15C795B3-60D4-2791-4E8C-4DEEB38BEF15}"/>
          </ac:grpSpMkLst>
        </pc:grpChg>
        <pc:grpChg chg="add del mod">
          <ac:chgData name="FRABOULET Xavier" userId="18e1457a-6c31-407b-a82c-fce6695e284c" providerId="ADAL" clId="{6B4CB06F-29E1-49E8-AA2F-0097B2FB4188}" dt="2022-11-16T16:31:23.533" v="1290"/>
          <ac:grpSpMkLst>
            <pc:docMk/>
            <pc:sldMk cId="1187240519" sldId="470"/>
            <ac:grpSpMk id="36" creationId="{3C80FD95-03A4-6D77-1934-CB0B0D8FE4CB}"/>
          </ac:grpSpMkLst>
        </pc:grpChg>
        <pc:grpChg chg="add del mod">
          <ac:chgData name="FRABOULET Xavier" userId="18e1457a-6c31-407b-a82c-fce6695e284c" providerId="ADAL" clId="{6B4CB06F-29E1-49E8-AA2F-0097B2FB4188}" dt="2022-11-16T16:31:23.533" v="1290"/>
          <ac:grpSpMkLst>
            <pc:docMk/>
            <pc:sldMk cId="1187240519" sldId="470"/>
            <ac:grpSpMk id="39" creationId="{4CF45F07-D9A6-A22A-D51F-7B8ECB355AE2}"/>
          </ac:grpSpMkLst>
        </pc:grpChg>
        <pc:grpChg chg="add del mod">
          <ac:chgData name="FRABOULET Xavier" userId="18e1457a-6c31-407b-a82c-fce6695e284c" providerId="ADAL" clId="{6B4CB06F-29E1-49E8-AA2F-0097B2FB4188}" dt="2022-11-16T16:31:23.533" v="1290"/>
          <ac:grpSpMkLst>
            <pc:docMk/>
            <pc:sldMk cId="1187240519" sldId="470"/>
            <ac:grpSpMk id="42" creationId="{068CB39E-DD71-67D2-EE84-21E2E1A05D3E}"/>
          </ac:grpSpMkLst>
        </pc:grpChg>
        <pc:grpChg chg="add del mod">
          <ac:chgData name="FRABOULET Xavier" userId="18e1457a-6c31-407b-a82c-fce6695e284c" providerId="ADAL" clId="{6B4CB06F-29E1-49E8-AA2F-0097B2FB4188}" dt="2022-11-16T16:32:22.855" v="1330"/>
          <ac:grpSpMkLst>
            <pc:docMk/>
            <pc:sldMk cId="1187240519" sldId="470"/>
            <ac:grpSpMk id="55" creationId="{0637E039-30E2-3E5D-393D-7488BED9CA5F}"/>
          </ac:grpSpMkLst>
        </pc:grpChg>
        <pc:grpChg chg="add del mod">
          <ac:chgData name="FRABOULET Xavier" userId="18e1457a-6c31-407b-a82c-fce6695e284c" providerId="ADAL" clId="{6B4CB06F-29E1-49E8-AA2F-0097B2FB4188}" dt="2022-11-16T16:32:22.855" v="1330"/>
          <ac:grpSpMkLst>
            <pc:docMk/>
            <pc:sldMk cId="1187240519" sldId="470"/>
            <ac:grpSpMk id="68" creationId="{A3E2215F-0EE9-E788-070C-B554291CA793}"/>
          </ac:grpSpMkLst>
        </pc:grpChg>
        <pc:grpChg chg="add del mod">
          <ac:chgData name="FRABOULET Xavier" userId="18e1457a-6c31-407b-a82c-fce6695e284c" providerId="ADAL" clId="{6B4CB06F-29E1-49E8-AA2F-0097B2FB4188}" dt="2022-11-16T16:32:22.855" v="1330"/>
          <ac:grpSpMkLst>
            <pc:docMk/>
            <pc:sldMk cId="1187240519" sldId="470"/>
            <ac:grpSpMk id="71" creationId="{BDEC3D0B-C8BE-C68D-CBC8-2ADA91B57D02}"/>
          </ac:grpSpMkLst>
        </pc:grpChg>
        <pc:grpChg chg="add del mod">
          <ac:chgData name="FRABOULET Xavier" userId="18e1457a-6c31-407b-a82c-fce6695e284c" providerId="ADAL" clId="{6B4CB06F-29E1-49E8-AA2F-0097B2FB4188}" dt="2022-11-16T16:32:22.855" v="1330"/>
          <ac:grpSpMkLst>
            <pc:docMk/>
            <pc:sldMk cId="1187240519" sldId="470"/>
            <ac:grpSpMk id="74" creationId="{4DB704D9-E215-E743-B0E7-2024C57CEC0C}"/>
          </ac:grpSpMkLst>
        </pc:grpChg>
        <pc:grpChg chg="add del mod">
          <ac:chgData name="FRABOULET Xavier" userId="18e1457a-6c31-407b-a82c-fce6695e284c" providerId="ADAL" clId="{6B4CB06F-29E1-49E8-AA2F-0097B2FB4188}" dt="2022-11-16T16:32:22.855" v="1330"/>
          <ac:grpSpMkLst>
            <pc:docMk/>
            <pc:sldMk cId="1187240519" sldId="470"/>
            <ac:grpSpMk id="77" creationId="{2CF239FB-2785-2AB8-60D9-D74CAD840D84}"/>
          </ac:grpSpMkLst>
        </pc:grpChg>
        <pc:grpChg chg="add del mod">
          <ac:chgData name="FRABOULET Xavier" userId="18e1457a-6c31-407b-a82c-fce6695e284c" providerId="ADAL" clId="{6B4CB06F-29E1-49E8-AA2F-0097B2FB4188}" dt="2022-11-16T16:32:22.855" v="1330"/>
          <ac:grpSpMkLst>
            <pc:docMk/>
            <pc:sldMk cId="1187240519" sldId="470"/>
            <ac:grpSpMk id="80" creationId="{A6CAA368-FE1C-90EB-EBEA-D4A99FCA86B9}"/>
          </ac:grpSpMkLst>
        </pc:grpChg>
        <pc:grpChg chg="add del mod">
          <ac:chgData name="FRABOULET Xavier" userId="18e1457a-6c31-407b-a82c-fce6695e284c" providerId="ADAL" clId="{6B4CB06F-29E1-49E8-AA2F-0097B2FB4188}" dt="2022-11-16T16:33:09.485" v="1360"/>
          <ac:grpSpMkLst>
            <pc:docMk/>
            <pc:sldMk cId="1187240519" sldId="470"/>
            <ac:grpSpMk id="93" creationId="{BCB77DDB-8B2E-A8BE-98F2-EBA9075B5056}"/>
          </ac:grpSpMkLst>
        </pc:grpChg>
        <pc:grpChg chg="add del mod">
          <ac:chgData name="FRABOULET Xavier" userId="18e1457a-6c31-407b-a82c-fce6695e284c" providerId="ADAL" clId="{6B4CB06F-29E1-49E8-AA2F-0097B2FB4188}" dt="2022-11-16T16:33:09.485" v="1360"/>
          <ac:grpSpMkLst>
            <pc:docMk/>
            <pc:sldMk cId="1187240519" sldId="470"/>
            <ac:grpSpMk id="106" creationId="{5A030494-BE65-FB63-9498-E8E99FAD9D12}"/>
          </ac:grpSpMkLst>
        </pc:grpChg>
        <pc:grpChg chg="add del mod">
          <ac:chgData name="FRABOULET Xavier" userId="18e1457a-6c31-407b-a82c-fce6695e284c" providerId="ADAL" clId="{6B4CB06F-29E1-49E8-AA2F-0097B2FB4188}" dt="2022-11-16T16:33:09.485" v="1360"/>
          <ac:grpSpMkLst>
            <pc:docMk/>
            <pc:sldMk cId="1187240519" sldId="470"/>
            <ac:grpSpMk id="109" creationId="{2B2B5EC4-6B37-B1F4-BC39-65CD5AE4BD63}"/>
          </ac:grpSpMkLst>
        </pc:grpChg>
        <pc:grpChg chg="add del mod">
          <ac:chgData name="FRABOULET Xavier" userId="18e1457a-6c31-407b-a82c-fce6695e284c" providerId="ADAL" clId="{6B4CB06F-29E1-49E8-AA2F-0097B2FB4188}" dt="2022-11-16T16:33:09.485" v="1360"/>
          <ac:grpSpMkLst>
            <pc:docMk/>
            <pc:sldMk cId="1187240519" sldId="470"/>
            <ac:grpSpMk id="112" creationId="{7218559C-9743-2722-C2CA-6ED0BCF0744C}"/>
          </ac:grpSpMkLst>
        </pc:grpChg>
        <pc:grpChg chg="add del mod">
          <ac:chgData name="FRABOULET Xavier" userId="18e1457a-6c31-407b-a82c-fce6695e284c" providerId="ADAL" clId="{6B4CB06F-29E1-49E8-AA2F-0097B2FB4188}" dt="2022-11-16T16:33:09.485" v="1360"/>
          <ac:grpSpMkLst>
            <pc:docMk/>
            <pc:sldMk cId="1187240519" sldId="470"/>
            <ac:grpSpMk id="115" creationId="{8DD3A38F-8FA9-F207-BE3F-E94CA3686D7B}"/>
          </ac:grpSpMkLst>
        </pc:grpChg>
        <pc:grpChg chg="add del mod">
          <ac:chgData name="FRABOULET Xavier" userId="18e1457a-6c31-407b-a82c-fce6695e284c" providerId="ADAL" clId="{6B4CB06F-29E1-49E8-AA2F-0097B2FB4188}" dt="2022-11-16T16:33:09.485" v="1360"/>
          <ac:grpSpMkLst>
            <pc:docMk/>
            <pc:sldMk cId="1187240519" sldId="470"/>
            <ac:grpSpMk id="118" creationId="{C874B76F-462D-1DF9-BC2A-8323AA0D2F17}"/>
          </ac:grpSpMkLst>
        </pc:grpChg>
        <pc:grpChg chg="add del mod">
          <ac:chgData name="FRABOULET Xavier" userId="18e1457a-6c31-407b-a82c-fce6695e284c" providerId="ADAL" clId="{6B4CB06F-29E1-49E8-AA2F-0097B2FB4188}" dt="2022-11-18T10:42:15.380" v="5057" actId="478"/>
          <ac:grpSpMkLst>
            <pc:docMk/>
            <pc:sldMk cId="1187240519" sldId="470"/>
            <ac:grpSpMk id="131" creationId="{64AE799B-4CD1-35AD-C4C3-5B739224A3E9}"/>
          </ac:grpSpMkLst>
        </pc:grpChg>
        <pc:grpChg chg="add mod">
          <ac:chgData name="FRABOULET Xavier" userId="18e1457a-6c31-407b-a82c-fce6695e284c" providerId="ADAL" clId="{6B4CB06F-29E1-49E8-AA2F-0097B2FB4188}" dt="2022-11-16T16:36:34.484" v="1391" actId="1076"/>
          <ac:grpSpMkLst>
            <pc:docMk/>
            <pc:sldMk cId="1187240519" sldId="470"/>
            <ac:grpSpMk id="144" creationId="{02122B3D-24CB-E324-8367-CB72C41A0CEB}"/>
          </ac:grpSpMkLst>
        </pc:grpChg>
        <pc:grpChg chg="add mod">
          <ac:chgData name="FRABOULET Xavier" userId="18e1457a-6c31-407b-a82c-fce6695e284c" providerId="ADAL" clId="{6B4CB06F-29E1-49E8-AA2F-0097B2FB4188}" dt="2022-11-16T16:36:10.849" v="1386" actId="1076"/>
          <ac:grpSpMkLst>
            <pc:docMk/>
            <pc:sldMk cId="1187240519" sldId="470"/>
            <ac:grpSpMk id="147" creationId="{81DFAD82-A89F-BC2C-E78F-C53F563C5A98}"/>
          </ac:grpSpMkLst>
        </pc:grpChg>
        <pc:grpChg chg="add mod">
          <ac:chgData name="FRABOULET Xavier" userId="18e1457a-6c31-407b-a82c-fce6695e284c" providerId="ADAL" clId="{6B4CB06F-29E1-49E8-AA2F-0097B2FB4188}" dt="2022-11-16T16:36:10.849" v="1386" actId="1076"/>
          <ac:grpSpMkLst>
            <pc:docMk/>
            <pc:sldMk cId="1187240519" sldId="470"/>
            <ac:grpSpMk id="150" creationId="{67C85D89-D136-2E5B-1ACF-BBCD880F7272}"/>
          </ac:grpSpMkLst>
        </pc:grpChg>
        <pc:grpChg chg="add mod">
          <ac:chgData name="FRABOULET Xavier" userId="18e1457a-6c31-407b-a82c-fce6695e284c" providerId="ADAL" clId="{6B4CB06F-29E1-49E8-AA2F-0097B2FB4188}" dt="2022-11-16T16:37:16.671" v="1402" actId="1076"/>
          <ac:grpSpMkLst>
            <pc:docMk/>
            <pc:sldMk cId="1187240519" sldId="470"/>
            <ac:grpSpMk id="153" creationId="{E60A2B17-FB60-73DA-CAF2-212D40ED2C65}"/>
          </ac:grpSpMkLst>
        </pc:grpChg>
        <pc:grpChg chg="add mod">
          <ac:chgData name="FRABOULET Xavier" userId="18e1457a-6c31-407b-a82c-fce6695e284c" providerId="ADAL" clId="{6B4CB06F-29E1-49E8-AA2F-0097B2FB4188}" dt="2022-11-16T16:37:23.039" v="1403" actId="1076"/>
          <ac:grpSpMkLst>
            <pc:docMk/>
            <pc:sldMk cId="1187240519" sldId="470"/>
            <ac:grpSpMk id="156" creationId="{805B2149-F872-F107-F20C-A66A32597E57}"/>
          </ac:grpSpMkLst>
        </pc:grpChg>
        <pc:picChg chg="add del mod">
          <ac:chgData name="FRABOULET Xavier" userId="18e1457a-6c31-407b-a82c-fce6695e284c" providerId="ADAL" clId="{6B4CB06F-29E1-49E8-AA2F-0097B2FB4188}" dt="2022-11-18T10:43:02.599" v="5072" actId="478"/>
          <ac:picMkLst>
            <pc:docMk/>
            <pc:sldMk cId="1187240519" sldId="470"/>
            <ac:picMk id="2" creationId="{14879333-2E29-8B30-2FD7-B64C8F888B54}"/>
          </ac:picMkLst>
        </pc:picChg>
        <pc:picChg chg="add mod">
          <ac:chgData name="FRABOULET Xavier" userId="18e1457a-6c31-407b-a82c-fce6695e284c" providerId="ADAL" clId="{6B4CB06F-29E1-49E8-AA2F-0097B2FB4188}" dt="2022-11-18T10:43:07.921" v="5075" actId="14100"/>
          <ac:picMkLst>
            <pc:docMk/>
            <pc:sldMk cId="1187240519" sldId="470"/>
            <ac:picMk id="7" creationId="{3C04D5E6-1C0D-5685-6F41-EC4D1DD757F7}"/>
          </ac:picMkLst>
        </pc:picChg>
        <pc:picChg chg="add del mod">
          <ac:chgData name="FRABOULET Xavier" userId="18e1457a-6c31-407b-a82c-fce6695e284c" providerId="ADAL" clId="{6B4CB06F-29E1-49E8-AA2F-0097B2FB4188}" dt="2022-11-16T16:31:23.533" v="1290"/>
          <ac:picMkLst>
            <pc:docMk/>
            <pc:sldMk cId="1187240519" sldId="470"/>
            <ac:picMk id="11" creationId="{D53A3AC2-4CE4-C74D-F120-37177530D23C}"/>
          </ac:picMkLst>
        </pc:picChg>
        <pc:picChg chg="add del mod">
          <ac:chgData name="FRABOULET Xavier" userId="18e1457a-6c31-407b-a82c-fce6695e284c" providerId="ADAL" clId="{6B4CB06F-29E1-49E8-AA2F-0097B2FB4188}" dt="2022-11-16T16:31:23.533" v="1290"/>
          <ac:picMkLst>
            <pc:docMk/>
            <pc:sldMk cId="1187240519" sldId="470"/>
            <ac:picMk id="12" creationId="{83BB65AD-0B74-A0FD-E76C-0C66334DD72E}"/>
          </ac:picMkLst>
        </pc:picChg>
        <pc:picChg chg="add del mod">
          <ac:chgData name="FRABOULET Xavier" userId="18e1457a-6c31-407b-a82c-fce6695e284c" providerId="ADAL" clId="{6B4CB06F-29E1-49E8-AA2F-0097B2FB4188}" dt="2022-11-16T16:31:23.533" v="1290"/>
          <ac:picMkLst>
            <pc:docMk/>
            <pc:sldMk cId="1187240519" sldId="470"/>
            <ac:picMk id="13" creationId="{B32F8563-7A6B-55C3-D3E4-55A8C9B14A93}"/>
          </ac:picMkLst>
        </pc:picChg>
        <pc:picChg chg="add del mod">
          <ac:chgData name="FRABOULET Xavier" userId="18e1457a-6c31-407b-a82c-fce6695e284c" providerId="ADAL" clId="{6B4CB06F-29E1-49E8-AA2F-0097B2FB4188}" dt="2022-11-16T16:31:23.533" v="1290"/>
          <ac:picMkLst>
            <pc:docMk/>
            <pc:sldMk cId="1187240519" sldId="470"/>
            <ac:picMk id="14" creationId="{092332F1-ACFE-F4D7-3564-212E8F695153}"/>
          </ac:picMkLst>
        </pc:picChg>
        <pc:picChg chg="add del mod">
          <ac:chgData name="FRABOULET Xavier" userId="18e1457a-6c31-407b-a82c-fce6695e284c" providerId="ADAL" clId="{6B4CB06F-29E1-49E8-AA2F-0097B2FB4188}" dt="2022-11-16T16:31:23.533" v="1290"/>
          <ac:picMkLst>
            <pc:docMk/>
            <pc:sldMk cId="1187240519" sldId="470"/>
            <ac:picMk id="16" creationId="{346433E7-CE4A-56E8-1DC4-1C7C488418CD}"/>
          </ac:picMkLst>
        </pc:picChg>
        <pc:picChg chg="mod">
          <ac:chgData name="FRABOULET Xavier" userId="18e1457a-6c31-407b-a82c-fce6695e284c" providerId="ADAL" clId="{6B4CB06F-29E1-49E8-AA2F-0097B2FB4188}" dt="2022-11-16T16:31:22.576" v="1289"/>
          <ac:picMkLst>
            <pc:docMk/>
            <pc:sldMk cId="1187240519" sldId="470"/>
            <ac:picMk id="23" creationId="{0BFB34C6-AF8B-6AD5-18FF-21B9F51ACB26}"/>
          </ac:picMkLst>
        </pc:picChg>
        <pc:picChg chg="add del mod">
          <ac:chgData name="FRABOULET Xavier" userId="18e1457a-6c31-407b-a82c-fce6695e284c" providerId="ADAL" clId="{6B4CB06F-29E1-49E8-AA2F-0097B2FB4188}" dt="2022-11-16T16:31:23.533" v="1290"/>
          <ac:picMkLst>
            <pc:docMk/>
            <pc:sldMk cId="1187240519" sldId="470"/>
            <ac:picMk id="24" creationId="{533538F6-1C8F-7F14-461F-2BCD7B9EB8A7}"/>
          </ac:picMkLst>
        </pc:picChg>
        <pc:picChg chg="mod">
          <ac:chgData name="FRABOULET Xavier" userId="18e1457a-6c31-407b-a82c-fce6695e284c" providerId="ADAL" clId="{6B4CB06F-29E1-49E8-AA2F-0097B2FB4188}" dt="2022-11-16T16:31:22.576" v="1289"/>
          <ac:picMkLst>
            <pc:docMk/>
            <pc:sldMk cId="1187240519" sldId="470"/>
            <ac:picMk id="32" creationId="{31397EB2-88F8-1636-40BA-828E3B77343F}"/>
          </ac:picMkLst>
        </pc:picChg>
        <pc:picChg chg="mod">
          <ac:chgData name="FRABOULET Xavier" userId="18e1457a-6c31-407b-a82c-fce6695e284c" providerId="ADAL" clId="{6B4CB06F-29E1-49E8-AA2F-0097B2FB4188}" dt="2022-11-16T16:31:22.576" v="1289"/>
          <ac:picMkLst>
            <pc:docMk/>
            <pc:sldMk cId="1187240519" sldId="470"/>
            <ac:picMk id="35" creationId="{3E1BCE17-F4F8-E671-6951-EC29B52A411A}"/>
          </ac:picMkLst>
        </pc:picChg>
        <pc:picChg chg="mod">
          <ac:chgData name="FRABOULET Xavier" userId="18e1457a-6c31-407b-a82c-fce6695e284c" providerId="ADAL" clId="{6B4CB06F-29E1-49E8-AA2F-0097B2FB4188}" dt="2022-11-16T16:31:22.576" v="1289"/>
          <ac:picMkLst>
            <pc:docMk/>
            <pc:sldMk cId="1187240519" sldId="470"/>
            <ac:picMk id="38" creationId="{538E7D02-E1BE-5671-C1F7-BD6C06447BC6}"/>
          </ac:picMkLst>
        </pc:picChg>
        <pc:picChg chg="mod">
          <ac:chgData name="FRABOULET Xavier" userId="18e1457a-6c31-407b-a82c-fce6695e284c" providerId="ADAL" clId="{6B4CB06F-29E1-49E8-AA2F-0097B2FB4188}" dt="2022-11-16T16:31:22.576" v="1289"/>
          <ac:picMkLst>
            <pc:docMk/>
            <pc:sldMk cId="1187240519" sldId="470"/>
            <ac:picMk id="41" creationId="{CCB8BAD2-EAC2-B3B6-5FDD-15A57401A389}"/>
          </ac:picMkLst>
        </pc:picChg>
        <pc:picChg chg="mod">
          <ac:chgData name="FRABOULET Xavier" userId="18e1457a-6c31-407b-a82c-fce6695e284c" providerId="ADAL" clId="{6B4CB06F-29E1-49E8-AA2F-0097B2FB4188}" dt="2022-11-16T16:31:22.576" v="1289"/>
          <ac:picMkLst>
            <pc:docMk/>
            <pc:sldMk cId="1187240519" sldId="470"/>
            <ac:picMk id="44" creationId="{FD033C7E-74A6-DA59-9C0B-15A83E32CD07}"/>
          </ac:picMkLst>
        </pc:picChg>
        <pc:picChg chg="add del mod">
          <ac:chgData name="FRABOULET Xavier" userId="18e1457a-6c31-407b-a82c-fce6695e284c" providerId="ADAL" clId="{6B4CB06F-29E1-49E8-AA2F-0097B2FB4188}" dt="2022-11-16T16:32:22.855" v="1330"/>
          <ac:picMkLst>
            <pc:docMk/>
            <pc:sldMk cId="1187240519" sldId="470"/>
            <ac:picMk id="49" creationId="{E49B7E1F-CB61-73BE-2F07-45779B90E112}"/>
          </ac:picMkLst>
        </pc:picChg>
        <pc:picChg chg="add del mod">
          <ac:chgData name="FRABOULET Xavier" userId="18e1457a-6c31-407b-a82c-fce6695e284c" providerId="ADAL" clId="{6B4CB06F-29E1-49E8-AA2F-0097B2FB4188}" dt="2022-11-16T16:32:22.855" v="1330"/>
          <ac:picMkLst>
            <pc:docMk/>
            <pc:sldMk cId="1187240519" sldId="470"/>
            <ac:picMk id="50" creationId="{4676AB9B-2637-95AA-BA0E-62854FEB58AD}"/>
          </ac:picMkLst>
        </pc:picChg>
        <pc:picChg chg="add del mod">
          <ac:chgData name="FRABOULET Xavier" userId="18e1457a-6c31-407b-a82c-fce6695e284c" providerId="ADAL" clId="{6B4CB06F-29E1-49E8-AA2F-0097B2FB4188}" dt="2022-11-16T16:32:22.855" v="1330"/>
          <ac:picMkLst>
            <pc:docMk/>
            <pc:sldMk cId="1187240519" sldId="470"/>
            <ac:picMk id="51" creationId="{76DCC89E-6F56-7B28-A608-9907F8004FDE}"/>
          </ac:picMkLst>
        </pc:picChg>
        <pc:picChg chg="add del mod">
          <ac:chgData name="FRABOULET Xavier" userId="18e1457a-6c31-407b-a82c-fce6695e284c" providerId="ADAL" clId="{6B4CB06F-29E1-49E8-AA2F-0097B2FB4188}" dt="2022-11-16T16:32:22.855" v="1330"/>
          <ac:picMkLst>
            <pc:docMk/>
            <pc:sldMk cId="1187240519" sldId="470"/>
            <ac:picMk id="52" creationId="{CA2A0A68-E3C9-78C4-0812-EC5BA4327722}"/>
          </ac:picMkLst>
        </pc:picChg>
        <pc:picChg chg="add del mod">
          <ac:chgData name="FRABOULET Xavier" userId="18e1457a-6c31-407b-a82c-fce6695e284c" providerId="ADAL" clId="{6B4CB06F-29E1-49E8-AA2F-0097B2FB4188}" dt="2022-11-16T16:32:22.855" v="1330"/>
          <ac:picMkLst>
            <pc:docMk/>
            <pc:sldMk cId="1187240519" sldId="470"/>
            <ac:picMk id="54" creationId="{115B1E72-B452-B041-67EF-E44E383311D9}"/>
          </ac:picMkLst>
        </pc:picChg>
        <pc:picChg chg="mod">
          <ac:chgData name="FRABOULET Xavier" userId="18e1457a-6c31-407b-a82c-fce6695e284c" providerId="ADAL" clId="{6B4CB06F-29E1-49E8-AA2F-0097B2FB4188}" dt="2022-11-16T16:31:24.951" v="1291"/>
          <ac:picMkLst>
            <pc:docMk/>
            <pc:sldMk cId="1187240519" sldId="470"/>
            <ac:picMk id="61" creationId="{E68B07FA-E562-1B20-E46C-DEB3D0C001DC}"/>
          </ac:picMkLst>
        </pc:picChg>
        <pc:picChg chg="add del mod">
          <ac:chgData name="FRABOULET Xavier" userId="18e1457a-6c31-407b-a82c-fce6695e284c" providerId="ADAL" clId="{6B4CB06F-29E1-49E8-AA2F-0097B2FB4188}" dt="2022-11-16T16:32:22.855" v="1330"/>
          <ac:picMkLst>
            <pc:docMk/>
            <pc:sldMk cId="1187240519" sldId="470"/>
            <ac:picMk id="62" creationId="{578C6712-5360-F972-0A58-B76ACF620619}"/>
          </ac:picMkLst>
        </pc:picChg>
        <pc:picChg chg="mod">
          <ac:chgData name="FRABOULET Xavier" userId="18e1457a-6c31-407b-a82c-fce6695e284c" providerId="ADAL" clId="{6B4CB06F-29E1-49E8-AA2F-0097B2FB4188}" dt="2022-11-16T16:31:24.951" v="1291"/>
          <ac:picMkLst>
            <pc:docMk/>
            <pc:sldMk cId="1187240519" sldId="470"/>
            <ac:picMk id="70" creationId="{94969C40-94F9-4CE5-0EF3-EF297564CFA0}"/>
          </ac:picMkLst>
        </pc:picChg>
        <pc:picChg chg="mod">
          <ac:chgData name="FRABOULET Xavier" userId="18e1457a-6c31-407b-a82c-fce6695e284c" providerId="ADAL" clId="{6B4CB06F-29E1-49E8-AA2F-0097B2FB4188}" dt="2022-11-16T16:31:24.951" v="1291"/>
          <ac:picMkLst>
            <pc:docMk/>
            <pc:sldMk cId="1187240519" sldId="470"/>
            <ac:picMk id="73" creationId="{9986588C-C27D-FC00-C811-BF69A1F22A76}"/>
          </ac:picMkLst>
        </pc:picChg>
        <pc:picChg chg="mod">
          <ac:chgData name="FRABOULET Xavier" userId="18e1457a-6c31-407b-a82c-fce6695e284c" providerId="ADAL" clId="{6B4CB06F-29E1-49E8-AA2F-0097B2FB4188}" dt="2022-11-16T16:31:24.951" v="1291"/>
          <ac:picMkLst>
            <pc:docMk/>
            <pc:sldMk cId="1187240519" sldId="470"/>
            <ac:picMk id="76" creationId="{8C6F9D81-41AE-2AF2-DB98-04E2E4A696BD}"/>
          </ac:picMkLst>
        </pc:picChg>
        <pc:picChg chg="mod">
          <ac:chgData name="FRABOULET Xavier" userId="18e1457a-6c31-407b-a82c-fce6695e284c" providerId="ADAL" clId="{6B4CB06F-29E1-49E8-AA2F-0097B2FB4188}" dt="2022-11-16T16:31:24.951" v="1291"/>
          <ac:picMkLst>
            <pc:docMk/>
            <pc:sldMk cId="1187240519" sldId="470"/>
            <ac:picMk id="79" creationId="{D86B6308-A85B-FC96-7A49-C0914E3DE9B3}"/>
          </ac:picMkLst>
        </pc:picChg>
        <pc:picChg chg="mod">
          <ac:chgData name="FRABOULET Xavier" userId="18e1457a-6c31-407b-a82c-fce6695e284c" providerId="ADAL" clId="{6B4CB06F-29E1-49E8-AA2F-0097B2FB4188}" dt="2022-11-16T16:31:24.951" v="1291"/>
          <ac:picMkLst>
            <pc:docMk/>
            <pc:sldMk cId="1187240519" sldId="470"/>
            <ac:picMk id="82" creationId="{C06F676E-C4D5-148D-8C01-FF685E129E6D}"/>
          </ac:picMkLst>
        </pc:picChg>
        <pc:picChg chg="add del mod">
          <ac:chgData name="FRABOULET Xavier" userId="18e1457a-6c31-407b-a82c-fce6695e284c" providerId="ADAL" clId="{6B4CB06F-29E1-49E8-AA2F-0097B2FB4188}" dt="2022-11-16T16:33:09.485" v="1360"/>
          <ac:picMkLst>
            <pc:docMk/>
            <pc:sldMk cId="1187240519" sldId="470"/>
            <ac:picMk id="87" creationId="{8DE512C6-4BFF-133A-2EBD-2FEF6A42EDC4}"/>
          </ac:picMkLst>
        </pc:picChg>
        <pc:picChg chg="add del mod">
          <ac:chgData name="FRABOULET Xavier" userId="18e1457a-6c31-407b-a82c-fce6695e284c" providerId="ADAL" clId="{6B4CB06F-29E1-49E8-AA2F-0097B2FB4188}" dt="2022-11-16T16:33:09.485" v="1360"/>
          <ac:picMkLst>
            <pc:docMk/>
            <pc:sldMk cId="1187240519" sldId="470"/>
            <ac:picMk id="88" creationId="{25229B4C-4498-CF4E-8C74-460EA34D81A4}"/>
          </ac:picMkLst>
        </pc:picChg>
        <pc:picChg chg="add del mod">
          <ac:chgData name="FRABOULET Xavier" userId="18e1457a-6c31-407b-a82c-fce6695e284c" providerId="ADAL" clId="{6B4CB06F-29E1-49E8-AA2F-0097B2FB4188}" dt="2022-11-16T16:33:09.485" v="1360"/>
          <ac:picMkLst>
            <pc:docMk/>
            <pc:sldMk cId="1187240519" sldId="470"/>
            <ac:picMk id="89" creationId="{8EAE8B9D-0C1F-B999-59B8-F91A47754742}"/>
          </ac:picMkLst>
        </pc:picChg>
        <pc:picChg chg="add del mod">
          <ac:chgData name="FRABOULET Xavier" userId="18e1457a-6c31-407b-a82c-fce6695e284c" providerId="ADAL" clId="{6B4CB06F-29E1-49E8-AA2F-0097B2FB4188}" dt="2022-11-16T16:33:09.485" v="1360"/>
          <ac:picMkLst>
            <pc:docMk/>
            <pc:sldMk cId="1187240519" sldId="470"/>
            <ac:picMk id="90" creationId="{F3CA6616-C9D9-E77B-247A-43AD06C04B88}"/>
          </ac:picMkLst>
        </pc:picChg>
        <pc:picChg chg="add del mod">
          <ac:chgData name="FRABOULET Xavier" userId="18e1457a-6c31-407b-a82c-fce6695e284c" providerId="ADAL" clId="{6B4CB06F-29E1-49E8-AA2F-0097B2FB4188}" dt="2022-11-16T16:33:09.485" v="1360"/>
          <ac:picMkLst>
            <pc:docMk/>
            <pc:sldMk cId="1187240519" sldId="470"/>
            <ac:picMk id="92" creationId="{4A89742B-5EBF-3FDB-8770-4FE53973147B}"/>
          </ac:picMkLst>
        </pc:picChg>
        <pc:picChg chg="mod">
          <ac:chgData name="FRABOULET Xavier" userId="18e1457a-6c31-407b-a82c-fce6695e284c" providerId="ADAL" clId="{6B4CB06F-29E1-49E8-AA2F-0097B2FB4188}" dt="2022-11-16T16:33:08.412" v="1359"/>
          <ac:picMkLst>
            <pc:docMk/>
            <pc:sldMk cId="1187240519" sldId="470"/>
            <ac:picMk id="99" creationId="{AFF2D725-6572-CF2A-1EE1-B876C0FD1FDF}"/>
          </ac:picMkLst>
        </pc:picChg>
        <pc:picChg chg="add del mod">
          <ac:chgData name="FRABOULET Xavier" userId="18e1457a-6c31-407b-a82c-fce6695e284c" providerId="ADAL" clId="{6B4CB06F-29E1-49E8-AA2F-0097B2FB4188}" dt="2022-11-16T16:33:09.485" v="1360"/>
          <ac:picMkLst>
            <pc:docMk/>
            <pc:sldMk cId="1187240519" sldId="470"/>
            <ac:picMk id="100" creationId="{444DED9A-A2E2-37E6-B8AD-60B1203CA6A5}"/>
          </ac:picMkLst>
        </pc:picChg>
        <pc:picChg chg="mod">
          <ac:chgData name="FRABOULET Xavier" userId="18e1457a-6c31-407b-a82c-fce6695e284c" providerId="ADAL" clId="{6B4CB06F-29E1-49E8-AA2F-0097B2FB4188}" dt="2022-11-16T16:33:08.412" v="1359"/>
          <ac:picMkLst>
            <pc:docMk/>
            <pc:sldMk cId="1187240519" sldId="470"/>
            <ac:picMk id="108" creationId="{E1740D78-B409-4B68-9810-FADB30C54AEA}"/>
          </ac:picMkLst>
        </pc:picChg>
        <pc:picChg chg="mod">
          <ac:chgData name="FRABOULET Xavier" userId="18e1457a-6c31-407b-a82c-fce6695e284c" providerId="ADAL" clId="{6B4CB06F-29E1-49E8-AA2F-0097B2FB4188}" dt="2022-11-16T16:33:08.412" v="1359"/>
          <ac:picMkLst>
            <pc:docMk/>
            <pc:sldMk cId="1187240519" sldId="470"/>
            <ac:picMk id="111" creationId="{5416FE73-A439-E4B1-0F9F-53AAC72336C3}"/>
          </ac:picMkLst>
        </pc:picChg>
        <pc:picChg chg="mod">
          <ac:chgData name="FRABOULET Xavier" userId="18e1457a-6c31-407b-a82c-fce6695e284c" providerId="ADAL" clId="{6B4CB06F-29E1-49E8-AA2F-0097B2FB4188}" dt="2022-11-16T16:33:08.412" v="1359"/>
          <ac:picMkLst>
            <pc:docMk/>
            <pc:sldMk cId="1187240519" sldId="470"/>
            <ac:picMk id="114" creationId="{A964DDB9-B5D7-932B-A62A-F91D5F58C974}"/>
          </ac:picMkLst>
        </pc:picChg>
        <pc:picChg chg="mod">
          <ac:chgData name="FRABOULET Xavier" userId="18e1457a-6c31-407b-a82c-fce6695e284c" providerId="ADAL" clId="{6B4CB06F-29E1-49E8-AA2F-0097B2FB4188}" dt="2022-11-16T16:33:08.412" v="1359"/>
          <ac:picMkLst>
            <pc:docMk/>
            <pc:sldMk cId="1187240519" sldId="470"/>
            <ac:picMk id="117" creationId="{FD3B87E9-E77D-D071-D603-318C554912C8}"/>
          </ac:picMkLst>
        </pc:picChg>
        <pc:picChg chg="mod">
          <ac:chgData name="FRABOULET Xavier" userId="18e1457a-6c31-407b-a82c-fce6695e284c" providerId="ADAL" clId="{6B4CB06F-29E1-49E8-AA2F-0097B2FB4188}" dt="2022-11-16T16:33:08.412" v="1359"/>
          <ac:picMkLst>
            <pc:docMk/>
            <pc:sldMk cId="1187240519" sldId="470"/>
            <ac:picMk id="120" creationId="{015DA621-2CAE-310F-DD05-BBD81EE10989}"/>
          </ac:picMkLst>
        </pc:picChg>
        <pc:picChg chg="add mod">
          <ac:chgData name="FRABOULET Xavier" userId="18e1457a-6c31-407b-a82c-fce6695e284c" providerId="ADAL" clId="{6B4CB06F-29E1-49E8-AA2F-0097B2FB4188}" dt="2022-11-16T16:36:10.849" v="1386" actId="1076"/>
          <ac:picMkLst>
            <pc:docMk/>
            <pc:sldMk cId="1187240519" sldId="470"/>
            <ac:picMk id="125" creationId="{D2A38598-7EB2-39E5-4B7C-44EE4D799A1C}"/>
          </ac:picMkLst>
        </pc:picChg>
        <pc:picChg chg="add mod">
          <ac:chgData name="FRABOULET Xavier" userId="18e1457a-6c31-407b-a82c-fce6695e284c" providerId="ADAL" clId="{6B4CB06F-29E1-49E8-AA2F-0097B2FB4188}" dt="2022-11-16T16:36:59.739" v="1397" actId="1076"/>
          <ac:picMkLst>
            <pc:docMk/>
            <pc:sldMk cId="1187240519" sldId="470"/>
            <ac:picMk id="126" creationId="{182F56CA-A0BA-E102-95BB-4D9ABFF7AFB5}"/>
          </ac:picMkLst>
        </pc:picChg>
        <pc:picChg chg="add mod">
          <ac:chgData name="FRABOULET Xavier" userId="18e1457a-6c31-407b-a82c-fce6695e284c" providerId="ADAL" clId="{6B4CB06F-29E1-49E8-AA2F-0097B2FB4188}" dt="2022-11-16T16:36:10.849" v="1386" actId="1076"/>
          <ac:picMkLst>
            <pc:docMk/>
            <pc:sldMk cId="1187240519" sldId="470"/>
            <ac:picMk id="127" creationId="{06B9F84E-0DB9-A9B6-8269-FABED7C9D871}"/>
          </ac:picMkLst>
        </pc:picChg>
        <pc:picChg chg="add mod">
          <ac:chgData name="FRABOULET Xavier" userId="18e1457a-6c31-407b-a82c-fce6695e284c" providerId="ADAL" clId="{6B4CB06F-29E1-49E8-AA2F-0097B2FB4188}" dt="2022-11-16T16:37:05.308" v="1399" actId="1076"/>
          <ac:picMkLst>
            <pc:docMk/>
            <pc:sldMk cId="1187240519" sldId="470"/>
            <ac:picMk id="128" creationId="{7CB1ED25-5158-CC3B-3E24-4619C1535EE3}"/>
          </ac:picMkLst>
        </pc:picChg>
        <pc:picChg chg="add mod">
          <ac:chgData name="FRABOULET Xavier" userId="18e1457a-6c31-407b-a82c-fce6695e284c" providerId="ADAL" clId="{6B4CB06F-29E1-49E8-AA2F-0097B2FB4188}" dt="2022-11-16T16:37:10.606" v="1401" actId="1076"/>
          <ac:picMkLst>
            <pc:docMk/>
            <pc:sldMk cId="1187240519" sldId="470"/>
            <ac:picMk id="130" creationId="{1DADAB80-CAD1-FCFC-1262-C54ED7BDE548}"/>
          </ac:picMkLst>
        </pc:picChg>
        <pc:picChg chg="mod">
          <ac:chgData name="FRABOULET Xavier" userId="18e1457a-6c31-407b-a82c-fce6695e284c" providerId="ADAL" clId="{6B4CB06F-29E1-49E8-AA2F-0097B2FB4188}" dt="2022-11-16T16:33:10.941" v="1361"/>
          <ac:picMkLst>
            <pc:docMk/>
            <pc:sldMk cId="1187240519" sldId="470"/>
            <ac:picMk id="137" creationId="{38AF5FDC-A054-8EB5-A11B-E06EDBC65E85}"/>
          </ac:picMkLst>
        </pc:picChg>
        <pc:picChg chg="add mod">
          <ac:chgData name="FRABOULET Xavier" userId="18e1457a-6c31-407b-a82c-fce6695e284c" providerId="ADAL" clId="{6B4CB06F-29E1-49E8-AA2F-0097B2FB4188}" dt="2022-11-16T16:36:57.162" v="1396" actId="1076"/>
          <ac:picMkLst>
            <pc:docMk/>
            <pc:sldMk cId="1187240519" sldId="470"/>
            <ac:picMk id="138" creationId="{904B50CA-6293-1477-937F-FDCFDEAE36E5}"/>
          </ac:picMkLst>
        </pc:picChg>
        <pc:picChg chg="mod">
          <ac:chgData name="FRABOULET Xavier" userId="18e1457a-6c31-407b-a82c-fce6695e284c" providerId="ADAL" clId="{6B4CB06F-29E1-49E8-AA2F-0097B2FB4188}" dt="2022-11-16T16:33:10.941" v="1361"/>
          <ac:picMkLst>
            <pc:docMk/>
            <pc:sldMk cId="1187240519" sldId="470"/>
            <ac:picMk id="146" creationId="{3AFFEC92-20CB-5AE3-7007-54B7F5E82359}"/>
          </ac:picMkLst>
        </pc:picChg>
        <pc:picChg chg="mod">
          <ac:chgData name="FRABOULET Xavier" userId="18e1457a-6c31-407b-a82c-fce6695e284c" providerId="ADAL" clId="{6B4CB06F-29E1-49E8-AA2F-0097B2FB4188}" dt="2022-11-16T16:33:10.941" v="1361"/>
          <ac:picMkLst>
            <pc:docMk/>
            <pc:sldMk cId="1187240519" sldId="470"/>
            <ac:picMk id="149" creationId="{10314FEE-DAF2-98E8-51CB-CB64C05AB999}"/>
          </ac:picMkLst>
        </pc:picChg>
        <pc:picChg chg="mod">
          <ac:chgData name="FRABOULET Xavier" userId="18e1457a-6c31-407b-a82c-fce6695e284c" providerId="ADAL" clId="{6B4CB06F-29E1-49E8-AA2F-0097B2FB4188}" dt="2022-11-16T16:33:10.941" v="1361"/>
          <ac:picMkLst>
            <pc:docMk/>
            <pc:sldMk cId="1187240519" sldId="470"/>
            <ac:picMk id="152" creationId="{FDFB24E4-B67F-1309-7833-7A452A07D8C4}"/>
          </ac:picMkLst>
        </pc:picChg>
        <pc:picChg chg="mod">
          <ac:chgData name="FRABOULET Xavier" userId="18e1457a-6c31-407b-a82c-fce6695e284c" providerId="ADAL" clId="{6B4CB06F-29E1-49E8-AA2F-0097B2FB4188}" dt="2022-11-16T16:34:43.220" v="1371" actId="1076"/>
          <ac:picMkLst>
            <pc:docMk/>
            <pc:sldMk cId="1187240519" sldId="470"/>
            <ac:picMk id="155" creationId="{9EE35499-4641-B6B7-BF71-B3A805796DC3}"/>
          </ac:picMkLst>
        </pc:picChg>
        <pc:picChg chg="mod">
          <ac:chgData name="FRABOULET Xavier" userId="18e1457a-6c31-407b-a82c-fce6695e284c" providerId="ADAL" clId="{6B4CB06F-29E1-49E8-AA2F-0097B2FB4188}" dt="2022-11-16T16:33:10.941" v="1361"/>
          <ac:picMkLst>
            <pc:docMk/>
            <pc:sldMk cId="1187240519" sldId="470"/>
            <ac:picMk id="158" creationId="{CE03AB7A-4979-8F1F-2936-8F70AB0BEBBB}"/>
          </ac:picMkLst>
        </pc:picChg>
      </pc:sldChg>
      <pc:sldChg chg="addSp delSp modSp new mod modNotesTx">
        <pc:chgData name="FRABOULET Xavier" userId="18e1457a-6c31-407b-a82c-fce6695e284c" providerId="ADAL" clId="{6B4CB06F-29E1-49E8-AA2F-0097B2FB4188}" dt="2022-11-18T10:46:40.070" v="5107" actId="20577"/>
        <pc:sldMkLst>
          <pc:docMk/>
          <pc:sldMk cId="873686495" sldId="471"/>
        </pc:sldMkLst>
        <pc:spChg chg="add del">
          <ac:chgData name="FRABOULET Xavier" userId="18e1457a-6c31-407b-a82c-fce6695e284c" providerId="ADAL" clId="{6B4CB06F-29E1-49E8-AA2F-0097B2FB4188}" dt="2022-11-16T16:48:19.124" v="2009" actId="478"/>
          <ac:spMkLst>
            <pc:docMk/>
            <pc:sldMk cId="873686495" sldId="471"/>
            <ac:spMk id="2" creationId="{3DA90696-0F4E-A996-5986-DE73BC385BF8}"/>
          </ac:spMkLst>
        </pc:spChg>
        <pc:spChg chg="mod">
          <ac:chgData name="FRABOULET Xavier" userId="18e1457a-6c31-407b-a82c-fce6695e284c" providerId="ADAL" clId="{6B4CB06F-29E1-49E8-AA2F-0097B2FB4188}" dt="2022-11-16T16:49:10.954" v="2032" actId="20577"/>
          <ac:spMkLst>
            <pc:docMk/>
            <pc:sldMk cId="873686495" sldId="471"/>
            <ac:spMk id="5" creationId="{EC25E204-CDAD-E0F1-FA01-4B1AF9248614}"/>
          </ac:spMkLst>
        </pc:spChg>
        <pc:spChg chg="mod">
          <ac:chgData name="FRABOULET Xavier" userId="18e1457a-6c31-407b-a82c-fce6695e284c" providerId="ADAL" clId="{6B4CB06F-29E1-49E8-AA2F-0097B2FB4188}" dt="2022-11-16T16:48:44.574" v="2015" actId="20577"/>
          <ac:spMkLst>
            <pc:docMk/>
            <pc:sldMk cId="873686495" sldId="471"/>
            <ac:spMk id="6" creationId="{1635746C-2376-F534-5432-9A4E481CC1BF}"/>
          </ac:spMkLst>
        </pc:spChg>
        <pc:spChg chg="mod">
          <ac:chgData name="FRABOULET Xavier" userId="18e1457a-6c31-407b-a82c-fce6695e284c" providerId="ADAL" clId="{6B4CB06F-29E1-49E8-AA2F-0097B2FB4188}" dt="2022-11-16T16:47:38.156" v="1997"/>
          <ac:spMkLst>
            <pc:docMk/>
            <pc:sldMk cId="873686495" sldId="471"/>
            <ac:spMk id="8" creationId="{1166B8DC-4912-2A94-58A8-0DB00AFBC520}"/>
          </ac:spMkLst>
        </pc:spChg>
        <pc:spChg chg="mod">
          <ac:chgData name="FRABOULET Xavier" userId="18e1457a-6c31-407b-a82c-fce6695e284c" providerId="ADAL" clId="{6B4CB06F-29E1-49E8-AA2F-0097B2FB4188}" dt="2022-11-16T16:47:38.156" v="1997"/>
          <ac:spMkLst>
            <pc:docMk/>
            <pc:sldMk cId="873686495" sldId="471"/>
            <ac:spMk id="9" creationId="{FDC31D5E-C4F9-B88F-EEA2-8354ECAD8C55}"/>
          </ac:spMkLst>
        </pc:spChg>
        <pc:spChg chg="mod">
          <ac:chgData name="FRABOULET Xavier" userId="18e1457a-6c31-407b-a82c-fce6695e284c" providerId="ADAL" clId="{6B4CB06F-29E1-49E8-AA2F-0097B2FB4188}" dt="2022-11-16T16:47:38.156" v="1997"/>
          <ac:spMkLst>
            <pc:docMk/>
            <pc:sldMk cId="873686495" sldId="471"/>
            <ac:spMk id="10" creationId="{94D437EA-35EB-DE74-ECAE-C4060F17C187}"/>
          </ac:spMkLst>
        </pc:spChg>
        <pc:spChg chg="mod">
          <ac:chgData name="FRABOULET Xavier" userId="18e1457a-6c31-407b-a82c-fce6695e284c" providerId="ADAL" clId="{6B4CB06F-29E1-49E8-AA2F-0097B2FB4188}" dt="2022-11-16T16:47:38.156" v="1997"/>
          <ac:spMkLst>
            <pc:docMk/>
            <pc:sldMk cId="873686495" sldId="471"/>
            <ac:spMk id="11" creationId="{82F494BB-69A7-4E3A-F289-81CAFF9325FF}"/>
          </ac:spMkLst>
        </pc:spChg>
        <pc:spChg chg="mod">
          <ac:chgData name="FRABOULET Xavier" userId="18e1457a-6c31-407b-a82c-fce6695e284c" providerId="ADAL" clId="{6B4CB06F-29E1-49E8-AA2F-0097B2FB4188}" dt="2022-11-16T16:47:38.156" v="1997"/>
          <ac:spMkLst>
            <pc:docMk/>
            <pc:sldMk cId="873686495" sldId="471"/>
            <ac:spMk id="12" creationId="{CCA6C767-F787-4B86-A420-333F482AC8E2}"/>
          </ac:spMkLst>
        </pc:spChg>
        <pc:spChg chg="mod">
          <ac:chgData name="FRABOULET Xavier" userId="18e1457a-6c31-407b-a82c-fce6695e284c" providerId="ADAL" clId="{6B4CB06F-29E1-49E8-AA2F-0097B2FB4188}" dt="2022-11-16T16:47:38.156" v="1997"/>
          <ac:spMkLst>
            <pc:docMk/>
            <pc:sldMk cId="873686495" sldId="471"/>
            <ac:spMk id="13" creationId="{990DBBE9-02CC-49D0-F569-15DCC4A9643E}"/>
          </ac:spMkLst>
        </pc:spChg>
        <pc:spChg chg="mod">
          <ac:chgData name="FRABOULET Xavier" userId="18e1457a-6c31-407b-a82c-fce6695e284c" providerId="ADAL" clId="{6B4CB06F-29E1-49E8-AA2F-0097B2FB4188}" dt="2022-11-16T16:47:38.156" v="1997"/>
          <ac:spMkLst>
            <pc:docMk/>
            <pc:sldMk cId="873686495" sldId="471"/>
            <ac:spMk id="14" creationId="{8A91F23D-1604-A6B8-6FF7-33AF5D866A88}"/>
          </ac:spMkLst>
        </pc:spChg>
        <pc:spChg chg="mod">
          <ac:chgData name="FRABOULET Xavier" userId="18e1457a-6c31-407b-a82c-fce6695e284c" providerId="ADAL" clId="{6B4CB06F-29E1-49E8-AA2F-0097B2FB4188}" dt="2022-11-16T16:47:38.156" v="1997"/>
          <ac:spMkLst>
            <pc:docMk/>
            <pc:sldMk cId="873686495" sldId="471"/>
            <ac:spMk id="15" creationId="{FB6BFB57-E76D-035D-8A49-7340F8FFE59C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17" creationId="{816086A2-AAF0-03D2-72F5-4E2A674539FF}"/>
          </ac:spMkLst>
        </pc:spChg>
        <pc:spChg chg="add del mod">
          <ac:chgData name="FRABOULET Xavier" userId="18e1457a-6c31-407b-a82c-fce6695e284c" providerId="ADAL" clId="{6B4CB06F-29E1-49E8-AA2F-0097B2FB4188}" dt="2022-11-18T10:06:44.102" v="5044"/>
          <ac:spMkLst>
            <pc:docMk/>
            <pc:sldMk cId="873686495" sldId="471"/>
            <ac:spMk id="17" creationId="{9F28979C-98D9-A5DD-DAFA-AB9E8DE2F586}"/>
          </ac:spMkLst>
        </pc:spChg>
        <pc:spChg chg="add del mod">
          <ac:chgData name="FRABOULET Xavier" userId="18e1457a-6c31-407b-a82c-fce6695e284c" providerId="ADAL" clId="{6B4CB06F-29E1-49E8-AA2F-0097B2FB4188}" dt="2022-11-18T10:06:44.102" v="5044"/>
          <ac:spMkLst>
            <pc:docMk/>
            <pc:sldMk cId="873686495" sldId="471"/>
            <ac:spMk id="18" creationId="{08C5689E-DD13-4A1A-ED6C-FB0AE1F1CC53}"/>
          </ac:spMkLst>
        </pc:spChg>
        <pc:spChg chg="add del mod">
          <ac:chgData name="FRABOULET Xavier" userId="18e1457a-6c31-407b-a82c-fce6695e284c" providerId="ADAL" clId="{6B4CB06F-29E1-49E8-AA2F-0097B2FB4188}" dt="2022-11-18T10:06:44.102" v="5044"/>
          <ac:spMkLst>
            <pc:docMk/>
            <pc:sldMk cId="873686495" sldId="471"/>
            <ac:spMk id="21" creationId="{2D2B789C-D8A7-C7AE-AF9C-8186880751E6}"/>
          </ac:spMkLst>
        </pc:spChg>
        <pc:spChg chg="add del mod">
          <ac:chgData name="FRABOULET Xavier" userId="18e1457a-6c31-407b-a82c-fce6695e284c" providerId="ADAL" clId="{6B4CB06F-29E1-49E8-AA2F-0097B2FB4188}" dt="2022-11-18T10:06:44.102" v="5044"/>
          <ac:spMkLst>
            <pc:docMk/>
            <pc:sldMk cId="873686495" sldId="471"/>
            <ac:spMk id="22" creationId="{BBC54351-D28A-720C-22D1-11C2667234E8}"/>
          </ac:spMkLst>
        </pc:spChg>
        <pc:spChg chg="add del mod">
          <ac:chgData name="FRABOULET Xavier" userId="18e1457a-6c31-407b-a82c-fce6695e284c" providerId="ADAL" clId="{6B4CB06F-29E1-49E8-AA2F-0097B2FB4188}" dt="2022-11-18T10:06:44.102" v="5044"/>
          <ac:spMkLst>
            <pc:docMk/>
            <pc:sldMk cId="873686495" sldId="471"/>
            <ac:spMk id="23" creationId="{D90786AD-3778-0917-A266-9712F27F2A1D}"/>
          </ac:spMkLst>
        </pc:spChg>
        <pc:spChg chg="add del mod">
          <ac:chgData name="FRABOULET Xavier" userId="18e1457a-6c31-407b-a82c-fce6695e284c" providerId="ADAL" clId="{6B4CB06F-29E1-49E8-AA2F-0097B2FB4188}" dt="2022-11-18T10:06:44.102" v="5044"/>
          <ac:spMkLst>
            <pc:docMk/>
            <pc:sldMk cId="873686495" sldId="471"/>
            <ac:spMk id="24" creationId="{133D3514-85DF-1841-F59B-1D04F978178F}"/>
          </ac:spMkLst>
        </pc:spChg>
        <pc:spChg chg="add del mod">
          <ac:chgData name="FRABOULET Xavier" userId="18e1457a-6c31-407b-a82c-fce6695e284c" providerId="ADAL" clId="{6B4CB06F-29E1-49E8-AA2F-0097B2FB4188}" dt="2022-11-18T10:06:44.102" v="5044"/>
          <ac:spMkLst>
            <pc:docMk/>
            <pc:sldMk cId="873686495" sldId="471"/>
            <ac:spMk id="25" creationId="{7700F578-0CE6-7457-26F0-02C98F8CDE55}"/>
          </ac:spMkLst>
        </pc:spChg>
        <pc:spChg chg="add del mod">
          <ac:chgData name="FRABOULET Xavier" userId="18e1457a-6c31-407b-a82c-fce6695e284c" providerId="ADAL" clId="{6B4CB06F-29E1-49E8-AA2F-0097B2FB4188}" dt="2022-11-18T10:06:44.102" v="5044"/>
          <ac:spMkLst>
            <pc:docMk/>
            <pc:sldMk cId="873686495" sldId="471"/>
            <ac:spMk id="26" creationId="{0EC8DCB5-E687-89CE-261A-4D274E9F2A91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28" creationId="{DBF2EC90-6F13-2DD9-F2D2-DCFDDEE302D1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29" creationId="{CEAA4CFA-ACA2-D34E-F2BA-E614032CB84B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30" creationId="{A08230E1-2DEF-E624-9A58-119645CCDB3E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33" creationId="{788E544B-220D-D2E5-77FA-86DC44BCF491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34" creationId="{7F6E51E9-39E6-6797-2F5F-1E1FD28190AD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35" creationId="{2139A530-D6D0-117C-AB5C-8306674EF207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36" creationId="{48A257EB-1D25-9F41-95A8-BC61972C825C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37" creationId="{1D5CD58F-DF50-D784-66EC-A3CB6563FBD9}"/>
          </ac:spMkLst>
        </pc:spChg>
        <pc:spChg chg="add del mod">
          <ac:chgData name="FRABOULET Xavier" userId="18e1457a-6c31-407b-a82c-fce6695e284c" providerId="ADAL" clId="{6B4CB06F-29E1-49E8-AA2F-0097B2FB4188}" dt="2022-11-16T16:47:39.200" v="1998"/>
          <ac:spMkLst>
            <pc:docMk/>
            <pc:sldMk cId="873686495" sldId="471"/>
            <ac:spMk id="38" creationId="{DE38C4C2-7AD8-17FB-5DE4-2B4F9352E26D}"/>
          </ac:spMkLst>
        </pc:spChg>
        <pc:spChg chg="mod">
          <ac:chgData name="FRABOULET Xavier" userId="18e1457a-6c31-407b-a82c-fce6695e284c" providerId="ADAL" clId="{6B4CB06F-29E1-49E8-AA2F-0097B2FB4188}" dt="2022-11-16T16:47:40.496" v="1999"/>
          <ac:spMkLst>
            <pc:docMk/>
            <pc:sldMk cId="873686495" sldId="471"/>
            <ac:spMk id="40" creationId="{49AEF895-9D46-7B46-04E3-E8D210727DFC}"/>
          </ac:spMkLst>
        </pc:spChg>
        <pc:spChg chg="mod">
          <ac:chgData name="FRABOULET Xavier" userId="18e1457a-6c31-407b-a82c-fce6695e284c" providerId="ADAL" clId="{6B4CB06F-29E1-49E8-AA2F-0097B2FB4188}" dt="2022-11-16T16:47:40.496" v="1999"/>
          <ac:spMkLst>
            <pc:docMk/>
            <pc:sldMk cId="873686495" sldId="471"/>
            <ac:spMk id="41" creationId="{5EF8DBBC-07D8-E75C-9EAE-7181D99E1134}"/>
          </ac:spMkLst>
        </pc:spChg>
        <pc:spChg chg="mod">
          <ac:chgData name="FRABOULET Xavier" userId="18e1457a-6c31-407b-a82c-fce6695e284c" providerId="ADAL" clId="{6B4CB06F-29E1-49E8-AA2F-0097B2FB4188}" dt="2022-11-16T16:47:40.496" v="1999"/>
          <ac:spMkLst>
            <pc:docMk/>
            <pc:sldMk cId="873686495" sldId="471"/>
            <ac:spMk id="42" creationId="{04F27FB2-907C-0B90-1300-000F22F026BD}"/>
          </ac:spMkLst>
        </pc:spChg>
        <pc:spChg chg="mod">
          <ac:chgData name="FRABOULET Xavier" userId="18e1457a-6c31-407b-a82c-fce6695e284c" providerId="ADAL" clId="{6B4CB06F-29E1-49E8-AA2F-0097B2FB4188}" dt="2022-11-16T16:47:40.496" v="1999"/>
          <ac:spMkLst>
            <pc:docMk/>
            <pc:sldMk cId="873686495" sldId="471"/>
            <ac:spMk id="43" creationId="{B2183261-56B0-1482-5964-53790884F194}"/>
          </ac:spMkLst>
        </pc:spChg>
        <pc:spChg chg="mod">
          <ac:chgData name="FRABOULET Xavier" userId="18e1457a-6c31-407b-a82c-fce6695e284c" providerId="ADAL" clId="{6B4CB06F-29E1-49E8-AA2F-0097B2FB4188}" dt="2022-11-16T16:47:40.496" v="1999"/>
          <ac:spMkLst>
            <pc:docMk/>
            <pc:sldMk cId="873686495" sldId="471"/>
            <ac:spMk id="44" creationId="{4CC33ACC-4EAC-5C7D-2D0C-F3B446DFEDA0}"/>
          </ac:spMkLst>
        </pc:spChg>
        <pc:spChg chg="mod">
          <ac:chgData name="FRABOULET Xavier" userId="18e1457a-6c31-407b-a82c-fce6695e284c" providerId="ADAL" clId="{6B4CB06F-29E1-49E8-AA2F-0097B2FB4188}" dt="2022-11-16T16:47:40.496" v="1999"/>
          <ac:spMkLst>
            <pc:docMk/>
            <pc:sldMk cId="873686495" sldId="471"/>
            <ac:spMk id="45" creationId="{FAB12A08-1301-339C-3412-31C91F591580}"/>
          </ac:spMkLst>
        </pc:spChg>
        <pc:spChg chg="mod">
          <ac:chgData name="FRABOULET Xavier" userId="18e1457a-6c31-407b-a82c-fce6695e284c" providerId="ADAL" clId="{6B4CB06F-29E1-49E8-AA2F-0097B2FB4188}" dt="2022-11-16T16:47:40.496" v="1999"/>
          <ac:spMkLst>
            <pc:docMk/>
            <pc:sldMk cId="873686495" sldId="471"/>
            <ac:spMk id="46" creationId="{30D7088C-1696-88EE-E6C3-FE2EBCBB82FE}"/>
          </ac:spMkLst>
        </pc:spChg>
        <pc:spChg chg="mod">
          <ac:chgData name="FRABOULET Xavier" userId="18e1457a-6c31-407b-a82c-fce6695e284c" providerId="ADAL" clId="{6B4CB06F-29E1-49E8-AA2F-0097B2FB4188}" dt="2022-11-16T16:47:40.496" v="1999"/>
          <ac:spMkLst>
            <pc:docMk/>
            <pc:sldMk cId="873686495" sldId="471"/>
            <ac:spMk id="47" creationId="{61DCC201-DC30-0840-9D0A-BBEE957241EE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49" creationId="{63E23057-C626-18D1-E6A7-0788B49AC326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60" creationId="{F484E2F1-EEBE-0ABA-441C-331E82213848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61" creationId="{EE92B164-9ADB-648D-C6C0-70C04F1F9B50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62" creationId="{4E8387D0-8B0B-8C92-D0A2-40D0E0FD2D97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65" creationId="{44F77AB2-91D6-011A-E532-CFD4B09B0A66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66" creationId="{89D658FF-0596-5B53-E965-836311B81EE5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67" creationId="{C1DF1E69-A0E5-176A-0087-8DA9BCB22E24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68" creationId="{AC931DE7-DDDA-4E3A-B3D8-5A2CE2A81C03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69" creationId="{9D126AE4-8996-BE64-DF9A-483B4F5F5159}"/>
          </ac:spMkLst>
        </pc:spChg>
        <pc:spChg chg="add del mod">
          <ac:chgData name="FRABOULET Xavier" userId="18e1457a-6c31-407b-a82c-fce6695e284c" providerId="ADAL" clId="{6B4CB06F-29E1-49E8-AA2F-0097B2FB4188}" dt="2022-11-16T16:47:47.087" v="2004"/>
          <ac:spMkLst>
            <pc:docMk/>
            <pc:sldMk cId="873686495" sldId="471"/>
            <ac:spMk id="70" creationId="{9A2570C7-88AE-44B4-AFDB-D5BBF0999209}"/>
          </ac:spMkLst>
        </pc:spChg>
        <pc:spChg chg="mod">
          <ac:chgData name="FRABOULET Xavier" userId="18e1457a-6c31-407b-a82c-fce6695e284c" providerId="ADAL" clId="{6B4CB06F-29E1-49E8-AA2F-0097B2FB4188}" dt="2022-11-16T16:48:09.773" v="2007"/>
          <ac:spMkLst>
            <pc:docMk/>
            <pc:sldMk cId="873686495" sldId="471"/>
            <ac:spMk id="73" creationId="{56146546-6A7B-7E73-8FA0-C9A0DCACC187}"/>
          </ac:spMkLst>
        </pc:spChg>
        <pc:spChg chg="mod">
          <ac:chgData name="FRABOULET Xavier" userId="18e1457a-6c31-407b-a82c-fce6695e284c" providerId="ADAL" clId="{6B4CB06F-29E1-49E8-AA2F-0097B2FB4188}" dt="2022-11-16T16:48:09.773" v="2007"/>
          <ac:spMkLst>
            <pc:docMk/>
            <pc:sldMk cId="873686495" sldId="471"/>
            <ac:spMk id="74" creationId="{5ABD285B-CD26-B4F2-9335-FA82BE6DDF28}"/>
          </ac:spMkLst>
        </pc:spChg>
        <pc:spChg chg="mod">
          <ac:chgData name="FRABOULET Xavier" userId="18e1457a-6c31-407b-a82c-fce6695e284c" providerId="ADAL" clId="{6B4CB06F-29E1-49E8-AA2F-0097B2FB4188}" dt="2022-11-16T16:48:09.773" v="2007"/>
          <ac:spMkLst>
            <pc:docMk/>
            <pc:sldMk cId="873686495" sldId="471"/>
            <ac:spMk id="75" creationId="{69D532B4-F9F2-8299-A8F3-FE437692251F}"/>
          </ac:spMkLst>
        </pc:spChg>
        <pc:spChg chg="mod">
          <ac:chgData name="FRABOULET Xavier" userId="18e1457a-6c31-407b-a82c-fce6695e284c" providerId="ADAL" clId="{6B4CB06F-29E1-49E8-AA2F-0097B2FB4188}" dt="2022-11-16T16:48:09.773" v="2007"/>
          <ac:spMkLst>
            <pc:docMk/>
            <pc:sldMk cId="873686495" sldId="471"/>
            <ac:spMk id="76" creationId="{4821C2C4-F556-9E39-6E4F-6AC64B439D5C}"/>
          </ac:spMkLst>
        </pc:spChg>
        <pc:spChg chg="mod">
          <ac:chgData name="FRABOULET Xavier" userId="18e1457a-6c31-407b-a82c-fce6695e284c" providerId="ADAL" clId="{6B4CB06F-29E1-49E8-AA2F-0097B2FB4188}" dt="2022-11-16T16:48:09.773" v="2007"/>
          <ac:spMkLst>
            <pc:docMk/>
            <pc:sldMk cId="873686495" sldId="471"/>
            <ac:spMk id="77" creationId="{81965F58-C7DA-E809-C8AC-92B30455FA62}"/>
          </ac:spMkLst>
        </pc:spChg>
        <pc:spChg chg="mod">
          <ac:chgData name="FRABOULET Xavier" userId="18e1457a-6c31-407b-a82c-fce6695e284c" providerId="ADAL" clId="{6B4CB06F-29E1-49E8-AA2F-0097B2FB4188}" dt="2022-11-16T16:48:09.773" v="2007"/>
          <ac:spMkLst>
            <pc:docMk/>
            <pc:sldMk cId="873686495" sldId="471"/>
            <ac:spMk id="78" creationId="{53397D28-608B-05F2-2362-07CEDD080B6F}"/>
          </ac:spMkLst>
        </pc:spChg>
        <pc:spChg chg="mod">
          <ac:chgData name="FRABOULET Xavier" userId="18e1457a-6c31-407b-a82c-fce6695e284c" providerId="ADAL" clId="{6B4CB06F-29E1-49E8-AA2F-0097B2FB4188}" dt="2022-11-16T16:48:09.773" v="2007"/>
          <ac:spMkLst>
            <pc:docMk/>
            <pc:sldMk cId="873686495" sldId="471"/>
            <ac:spMk id="79" creationId="{8E31EEFD-00EC-A558-871C-367F7D00A7C8}"/>
          </ac:spMkLst>
        </pc:spChg>
        <pc:spChg chg="mod">
          <ac:chgData name="FRABOULET Xavier" userId="18e1457a-6c31-407b-a82c-fce6695e284c" providerId="ADAL" clId="{6B4CB06F-29E1-49E8-AA2F-0097B2FB4188}" dt="2022-11-16T16:48:09.773" v="2007"/>
          <ac:spMkLst>
            <pc:docMk/>
            <pc:sldMk cId="873686495" sldId="471"/>
            <ac:spMk id="80" creationId="{EE1B5CB3-E7EA-9E15-3C7D-FDBEB6A80BED}"/>
          </ac:spMkLst>
        </pc:spChg>
        <pc:spChg chg="add del mod">
          <ac:chgData name="FRABOULET Xavier" userId="18e1457a-6c31-407b-a82c-fce6695e284c" providerId="ADAL" clId="{6B4CB06F-29E1-49E8-AA2F-0097B2FB4188}" dt="2022-11-16T16:56:15.633" v="2242" actId="478"/>
          <ac:spMkLst>
            <pc:docMk/>
            <pc:sldMk cId="873686495" sldId="471"/>
            <ac:spMk id="82" creationId="{F7FDA383-E07A-829A-A8F2-A06A92450422}"/>
          </ac:spMkLst>
        </pc:spChg>
        <pc:spChg chg="add del mod">
          <ac:chgData name="FRABOULET Xavier" userId="18e1457a-6c31-407b-a82c-fce6695e284c" providerId="ADAL" clId="{6B4CB06F-29E1-49E8-AA2F-0097B2FB4188}" dt="2022-11-16T16:48:31.037" v="2012" actId="478"/>
          <ac:spMkLst>
            <pc:docMk/>
            <pc:sldMk cId="873686495" sldId="471"/>
            <ac:spMk id="93" creationId="{8C121940-12DF-60C0-D12F-07AD1D91D404}"/>
          </ac:spMkLst>
        </pc:spChg>
        <pc:spChg chg="add del mod">
          <ac:chgData name="FRABOULET Xavier" userId="18e1457a-6c31-407b-a82c-fce6695e284c" providerId="ADAL" clId="{6B4CB06F-29E1-49E8-AA2F-0097B2FB4188}" dt="2022-11-16T16:50:02.029" v="2043" actId="478"/>
          <ac:spMkLst>
            <pc:docMk/>
            <pc:sldMk cId="873686495" sldId="471"/>
            <ac:spMk id="94" creationId="{48D2192E-8504-FCA7-7045-A624359B1064}"/>
          </ac:spMkLst>
        </pc:spChg>
        <pc:spChg chg="add del mod">
          <ac:chgData name="FRABOULET Xavier" userId="18e1457a-6c31-407b-a82c-fce6695e284c" providerId="ADAL" clId="{6B4CB06F-29E1-49E8-AA2F-0097B2FB4188}" dt="2022-11-16T16:55:44.177" v="2229" actId="478"/>
          <ac:spMkLst>
            <pc:docMk/>
            <pc:sldMk cId="873686495" sldId="471"/>
            <ac:spMk id="95" creationId="{4F72FDF6-89BF-7E8A-DB89-1D790D95CE02}"/>
          </ac:spMkLst>
        </pc:spChg>
        <pc:spChg chg="add del mod">
          <ac:chgData name="FRABOULET Xavier" userId="18e1457a-6c31-407b-a82c-fce6695e284c" providerId="ADAL" clId="{6B4CB06F-29E1-49E8-AA2F-0097B2FB4188}" dt="2022-11-16T16:49:36.006" v="2039" actId="478"/>
          <ac:spMkLst>
            <pc:docMk/>
            <pc:sldMk cId="873686495" sldId="471"/>
            <ac:spMk id="98" creationId="{A2DA018A-7811-EF0B-F288-66C42C1AC3E5}"/>
          </ac:spMkLst>
        </pc:spChg>
        <pc:spChg chg="add del mod">
          <ac:chgData name="FRABOULET Xavier" userId="18e1457a-6c31-407b-a82c-fce6695e284c" providerId="ADAL" clId="{6B4CB06F-29E1-49E8-AA2F-0097B2FB4188}" dt="2022-11-16T16:49:36.006" v="2039" actId="478"/>
          <ac:spMkLst>
            <pc:docMk/>
            <pc:sldMk cId="873686495" sldId="471"/>
            <ac:spMk id="99" creationId="{A53C93A8-00C2-3188-7122-C00525740E5C}"/>
          </ac:spMkLst>
        </pc:spChg>
        <pc:spChg chg="add del mod">
          <ac:chgData name="FRABOULET Xavier" userId="18e1457a-6c31-407b-a82c-fce6695e284c" providerId="ADAL" clId="{6B4CB06F-29E1-49E8-AA2F-0097B2FB4188}" dt="2022-11-16T16:49:36.006" v="2039" actId="478"/>
          <ac:spMkLst>
            <pc:docMk/>
            <pc:sldMk cId="873686495" sldId="471"/>
            <ac:spMk id="100" creationId="{CC8F17B0-E96B-7CDA-B4E6-A4111B737A5F}"/>
          </ac:spMkLst>
        </pc:spChg>
        <pc:spChg chg="add del mod">
          <ac:chgData name="FRABOULET Xavier" userId="18e1457a-6c31-407b-a82c-fce6695e284c" providerId="ADAL" clId="{6B4CB06F-29E1-49E8-AA2F-0097B2FB4188}" dt="2022-11-16T16:49:36.006" v="2039" actId="478"/>
          <ac:spMkLst>
            <pc:docMk/>
            <pc:sldMk cId="873686495" sldId="471"/>
            <ac:spMk id="101" creationId="{89339FBD-058D-C560-DE53-488871F88017}"/>
          </ac:spMkLst>
        </pc:spChg>
        <pc:spChg chg="add del mod">
          <ac:chgData name="FRABOULET Xavier" userId="18e1457a-6c31-407b-a82c-fce6695e284c" providerId="ADAL" clId="{6B4CB06F-29E1-49E8-AA2F-0097B2FB4188}" dt="2022-11-16T16:49:36.006" v="2039" actId="478"/>
          <ac:spMkLst>
            <pc:docMk/>
            <pc:sldMk cId="873686495" sldId="471"/>
            <ac:spMk id="102" creationId="{D994C95A-E9EB-0941-2524-61BEE5015C2D}"/>
          </ac:spMkLst>
        </pc:spChg>
        <pc:spChg chg="add del mod">
          <ac:chgData name="FRABOULET Xavier" userId="18e1457a-6c31-407b-a82c-fce6695e284c" providerId="ADAL" clId="{6B4CB06F-29E1-49E8-AA2F-0097B2FB4188}" dt="2022-11-16T16:49:36.006" v="2039" actId="478"/>
          <ac:spMkLst>
            <pc:docMk/>
            <pc:sldMk cId="873686495" sldId="471"/>
            <ac:spMk id="103" creationId="{38FDACB9-CA48-7BFF-6A0D-E508B02BD02C}"/>
          </ac:spMkLst>
        </pc:spChg>
        <pc:spChg chg="mod">
          <ac:chgData name="FRABOULET Xavier" userId="18e1457a-6c31-407b-a82c-fce6695e284c" providerId="ADAL" clId="{6B4CB06F-29E1-49E8-AA2F-0097B2FB4188}" dt="2022-11-16T16:49:27.889" v="2034"/>
          <ac:spMkLst>
            <pc:docMk/>
            <pc:sldMk cId="873686495" sldId="471"/>
            <ac:spMk id="106" creationId="{3D948894-7918-99B3-E445-B29991A65A51}"/>
          </ac:spMkLst>
        </pc:spChg>
        <pc:spChg chg="mod">
          <ac:chgData name="FRABOULET Xavier" userId="18e1457a-6c31-407b-a82c-fce6695e284c" providerId="ADAL" clId="{6B4CB06F-29E1-49E8-AA2F-0097B2FB4188}" dt="2022-11-16T16:49:27.889" v="2034"/>
          <ac:spMkLst>
            <pc:docMk/>
            <pc:sldMk cId="873686495" sldId="471"/>
            <ac:spMk id="107" creationId="{0CDEA185-1279-F1AB-E9D1-2A629ED0B4CC}"/>
          </ac:spMkLst>
        </pc:spChg>
        <pc:spChg chg="mod">
          <ac:chgData name="FRABOULET Xavier" userId="18e1457a-6c31-407b-a82c-fce6695e284c" providerId="ADAL" clId="{6B4CB06F-29E1-49E8-AA2F-0097B2FB4188}" dt="2022-11-16T16:49:27.889" v="2034"/>
          <ac:spMkLst>
            <pc:docMk/>
            <pc:sldMk cId="873686495" sldId="471"/>
            <ac:spMk id="108" creationId="{1F4BD6BD-F30E-C5AE-0C1E-D5B3CC38CCBF}"/>
          </ac:spMkLst>
        </pc:spChg>
        <pc:spChg chg="mod">
          <ac:chgData name="FRABOULET Xavier" userId="18e1457a-6c31-407b-a82c-fce6695e284c" providerId="ADAL" clId="{6B4CB06F-29E1-49E8-AA2F-0097B2FB4188}" dt="2022-11-16T16:49:27.889" v="2034"/>
          <ac:spMkLst>
            <pc:docMk/>
            <pc:sldMk cId="873686495" sldId="471"/>
            <ac:spMk id="109" creationId="{51EE5B4E-E0CD-00C4-F80C-D67B3558E355}"/>
          </ac:spMkLst>
        </pc:spChg>
        <pc:spChg chg="mod">
          <ac:chgData name="FRABOULET Xavier" userId="18e1457a-6c31-407b-a82c-fce6695e284c" providerId="ADAL" clId="{6B4CB06F-29E1-49E8-AA2F-0097B2FB4188}" dt="2022-11-16T16:49:27.889" v="2034"/>
          <ac:spMkLst>
            <pc:docMk/>
            <pc:sldMk cId="873686495" sldId="471"/>
            <ac:spMk id="110" creationId="{B6E8864B-82C3-804E-4D31-83BD0C2CF323}"/>
          </ac:spMkLst>
        </pc:spChg>
        <pc:spChg chg="mod">
          <ac:chgData name="FRABOULET Xavier" userId="18e1457a-6c31-407b-a82c-fce6695e284c" providerId="ADAL" clId="{6B4CB06F-29E1-49E8-AA2F-0097B2FB4188}" dt="2022-11-16T16:49:27.889" v="2034"/>
          <ac:spMkLst>
            <pc:docMk/>
            <pc:sldMk cId="873686495" sldId="471"/>
            <ac:spMk id="111" creationId="{F887D46A-280E-DDE4-096F-23777EAB723D}"/>
          </ac:spMkLst>
        </pc:spChg>
        <pc:spChg chg="mod">
          <ac:chgData name="FRABOULET Xavier" userId="18e1457a-6c31-407b-a82c-fce6695e284c" providerId="ADAL" clId="{6B4CB06F-29E1-49E8-AA2F-0097B2FB4188}" dt="2022-11-16T16:49:27.889" v="2034"/>
          <ac:spMkLst>
            <pc:docMk/>
            <pc:sldMk cId="873686495" sldId="471"/>
            <ac:spMk id="112" creationId="{504402A5-0F62-D792-EA7D-E0835293D698}"/>
          </ac:spMkLst>
        </pc:spChg>
        <pc:spChg chg="mod">
          <ac:chgData name="FRABOULET Xavier" userId="18e1457a-6c31-407b-a82c-fce6695e284c" providerId="ADAL" clId="{6B4CB06F-29E1-49E8-AA2F-0097B2FB4188}" dt="2022-11-16T16:49:27.889" v="2034"/>
          <ac:spMkLst>
            <pc:docMk/>
            <pc:sldMk cId="873686495" sldId="471"/>
            <ac:spMk id="113" creationId="{A6FD0C80-55A0-5B88-B9EE-63E8A68B5877}"/>
          </ac:spMkLst>
        </pc:spChg>
        <pc:spChg chg="add del mod">
          <ac:chgData name="FRABOULET Xavier" userId="18e1457a-6c31-407b-a82c-fce6695e284c" providerId="ADAL" clId="{6B4CB06F-29E1-49E8-AA2F-0097B2FB4188}" dt="2022-11-16T16:52:42.583" v="2062" actId="478"/>
          <ac:spMkLst>
            <pc:docMk/>
            <pc:sldMk cId="873686495" sldId="471"/>
            <ac:spMk id="121" creationId="{E9D8B14B-BB8A-27B4-644E-28806FA2DA6B}"/>
          </ac:spMkLst>
        </pc:spChg>
        <pc:spChg chg="add del mod">
          <ac:chgData name="FRABOULET Xavier" userId="18e1457a-6c31-407b-a82c-fce6695e284c" providerId="ADAL" clId="{6B4CB06F-29E1-49E8-AA2F-0097B2FB4188}" dt="2022-11-16T16:52:35.483" v="2058"/>
          <ac:spMkLst>
            <pc:docMk/>
            <pc:sldMk cId="873686495" sldId="471"/>
            <ac:spMk id="132" creationId="{40CA90A8-A198-C5A9-0628-4AAE4AD29AEF}"/>
          </ac:spMkLst>
        </pc:spChg>
        <pc:spChg chg="add del mod">
          <ac:chgData name="FRABOULET Xavier" userId="18e1457a-6c31-407b-a82c-fce6695e284c" providerId="ADAL" clId="{6B4CB06F-29E1-49E8-AA2F-0097B2FB4188}" dt="2022-11-16T16:52:35.483" v="2058"/>
          <ac:spMkLst>
            <pc:docMk/>
            <pc:sldMk cId="873686495" sldId="471"/>
            <ac:spMk id="133" creationId="{C8293F1D-8925-9CB2-9B39-E5498F346FCC}"/>
          </ac:spMkLst>
        </pc:spChg>
        <pc:spChg chg="add del mod">
          <ac:chgData name="FRABOULET Xavier" userId="18e1457a-6c31-407b-a82c-fce6695e284c" providerId="ADAL" clId="{6B4CB06F-29E1-49E8-AA2F-0097B2FB4188}" dt="2022-11-16T16:52:35.483" v="2058"/>
          <ac:spMkLst>
            <pc:docMk/>
            <pc:sldMk cId="873686495" sldId="471"/>
            <ac:spMk id="136" creationId="{916FE9A2-9037-0EC8-47D9-A12159F4C009}"/>
          </ac:spMkLst>
        </pc:spChg>
        <pc:spChg chg="add del mod">
          <ac:chgData name="FRABOULET Xavier" userId="18e1457a-6c31-407b-a82c-fce6695e284c" providerId="ADAL" clId="{6B4CB06F-29E1-49E8-AA2F-0097B2FB4188}" dt="2022-11-16T16:52:35.483" v="2058"/>
          <ac:spMkLst>
            <pc:docMk/>
            <pc:sldMk cId="873686495" sldId="471"/>
            <ac:spMk id="137" creationId="{416A0F79-A442-95A9-C973-B01C44B7C1D2}"/>
          </ac:spMkLst>
        </pc:spChg>
        <pc:spChg chg="add del mod">
          <ac:chgData name="FRABOULET Xavier" userId="18e1457a-6c31-407b-a82c-fce6695e284c" providerId="ADAL" clId="{6B4CB06F-29E1-49E8-AA2F-0097B2FB4188}" dt="2022-11-16T16:52:35.483" v="2058"/>
          <ac:spMkLst>
            <pc:docMk/>
            <pc:sldMk cId="873686495" sldId="471"/>
            <ac:spMk id="138" creationId="{273B59A4-9E88-DEEE-3969-F74E2FA3E66C}"/>
          </ac:spMkLst>
        </pc:spChg>
        <pc:spChg chg="add del mod">
          <ac:chgData name="FRABOULET Xavier" userId="18e1457a-6c31-407b-a82c-fce6695e284c" providerId="ADAL" clId="{6B4CB06F-29E1-49E8-AA2F-0097B2FB4188}" dt="2022-11-16T16:52:35.483" v="2058"/>
          <ac:spMkLst>
            <pc:docMk/>
            <pc:sldMk cId="873686495" sldId="471"/>
            <ac:spMk id="139" creationId="{0D9723FB-BC01-CAE0-2C11-2A6CBD64E8CF}"/>
          </ac:spMkLst>
        </pc:spChg>
        <pc:spChg chg="add del mod">
          <ac:chgData name="FRABOULET Xavier" userId="18e1457a-6c31-407b-a82c-fce6695e284c" providerId="ADAL" clId="{6B4CB06F-29E1-49E8-AA2F-0097B2FB4188}" dt="2022-11-16T16:52:35.483" v="2058"/>
          <ac:spMkLst>
            <pc:docMk/>
            <pc:sldMk cId="873686495" sldId="471"/>
            <ac:spMk id="140" creationId="{18B0CDF3-806D-89ED-0404-0BEFF3944943}"/>
          </ac:spMkLst>
        </pc:spChg>
        <pc:spChg chg="add del mod">
          <ac:chgData name="FRABOULET Xavier" userId="18e1457a-6c31-407b-a82c-fce6695e284c" providerId="ADAL" clId="{6B4CB06F-29E1-49E8-AA2F-0097B2FB4188}" dt="2022-11-16T16:52:35.483" v="2058"/>
          <ac:spMkLst>
            <pc:docMk/>
            <pc:sldMk cId="873686495" sldId="471"/>
            <ac:spMk id="141" creationId="{E633C4D9-8DD8-490B-E169-618D974C7A58}"/>
          </ac:spMkLst>
        </pc:spChg>
        <pc:spChg chg="add mod">
          <ac:chgData name="FRABOULET Xavier" userId="18e1457a-6c31-407b-a82c-fce6695e284c" providerId="ADAL" clId="{6B4CB06F-29E1-49E8-AA2F-0097B2FB4188}" dt="2022-11-18T10:46:40.070" v="5107" actId="20577"/>
          <ac:spMkLst>
            <pc:docMk/>
            <pc:sldMk cId="873686495" sldId="471"/>
            <ac:spMk id="147" creationId="{19FA816B-368E-F5E9-54BE-4F54EFE8B1E0}"/>
          </ac:spMkLst>
        </pc:spChg>
        <pc:spChg chg="add del mod">
          <ac:chgData name="FRABOULET Xavier" userId="18e1457a-6c31-407b-a82c-fce6695e284c" providerId="ADAL" clId="{6B4CB06F-29E1-49E8-AA2F-0097B2FB4188}" dt="2022-11-16T16:56:28.706" v="2249"/>
          <ac:spMkLst>
            <pc:docMk/>
            <pc:sldMk cId="873686495" sldId="471"/>
            <ac:spMk id="148" creationId="{A8F0FB61-7CCD-7399-C9DC-D029984BC247}"/>
          </ac:spMkLst>
        </pc:spChg>
        <pc:grpChg chg="add del mod">
          <ac:chgData name="FRABOULET Xavier" userId="18e1457a-6c31-407b-a82c-fce6695e284c" providerId="ADAL" clId="{6B4CB06F-29E1-49E8-AA2F-0097B2FB4188}" dt="2022-11-16T16:47:39.200" v="1998"/>
          <ac:grpSpMkLst>
            <pc:docMk/>
            <pc:sldMk cId="873686495" sldId="471"/>
            <ac:grpSpMk id="7" creationId="{04289643-830F-4CF8-67A8-6A1DA7613C41}"/>
          </ac:grpSpMkLst>
        </pc:grpChg>
        <pc:grpChg chg="add del mod">
          <ac:chgData name="FRABOULET Xavier" userId="18e1457a-6c31-407b-a82c-fce6695e284c" providerId="ADAL" clId="{6B4CB06F-29E1-49E8-AA2F-0097B2FB4188}" dt="2022-11-18T10:06:44.102" v="5044"/>
          <ac:grpSpMkLst>
            <pc:docMk/>
            <pc:sldMk cId="873686495" sldId="471"/>
            <ac:grpSpMk id="11" creationId="{A59E14FA-6F70-BAB4-18A4-8FCBEE40DEDB}"/>
          </ac:grpSpMkLst>
        </pc:grpChg>
        <pc:grpChg chg="add del mod">
          <ac:chgData name="FRABOULET Xavier" userId="18e1457a-6c31-407b-a82c-fce6695e284c" providerId="ADAL" clId="{6B4CB06F-29E1-49E8-AA2F-0097B2FB4188}" dt="2022-11-16T16:47:39.200" v="1998"/>
          <ac:grpSpMkLst>
            <pc:docMk/>
            <pc:sldMk cId="873686495" sldId="471"/>
            <ac:grpSpMk id="23" creationId="{FC0B29FE-80C5-595D-1428-89325C45CF3C}"/>
          </ac:grpSpMkLst>
        </pc:grpChg>
        <pc:grpChg chg="add del mod">
          <ac:chgData name="FRABOULET Xavier" userId="18e1457a-6c31-407b-a82c-fce6695e284c" providerId="ADAL" clId="{6B4CB06F-29E1-49E8-AA2F-0097B2FB4188}" dt="2022-11-16T16:47:47.087" v="2004"/>
          <ac:grpSpMkLst>
            <pc:docMk/>
            <pc:sldMk cId="873686495" sldId="471"/>
            <ac:grpSpMk id="39" creationId="{083DD799-0DC3-7A60-F477-43B409971BC2}"/>
          </ac:grpSpMkLst>
        </pc:grpChg>
        <pc:grpChg chg="add del mod">
          <ac:chgData name="FRABOULET Xavier" userId="18e1457a-6c31-407b-a82c-fce6695e284c" providerId="ADAL" clId="{6B4CB06F-29E1-49E8-AA2F-0097B2FB4188}" dt="2022-11-16T16:47:47.087" v="2004"/>
          <ac:grpSpMkLst>
            <pc:docMk/>
            <pc:sldMk cId="873686495" sldId="471"/>
            <ac:grpSpMk id="55" creationId="{9C131B47-F174-E6A8-3808-EC765D6857F4}"/>
          </ac:grpSpMkLst>
        </pc:grpChg>
        <pc:grpChg chg="add del mod">
          <ac:chgData name="FRABOULET Xavier" userId="18e1457a-6c31-407b-a82c-fce6695e284c" providerId="ADAL" clId="{6B4CB06F-29E1-49E8-AA2F-0097B2FB4188}" dt="2022-11-16T16:49:27.463" v="2033" actId="478"/>
          <ac:grpSpMkLst>
            <pc:docMk/>
            <pc:sldMk cId="873686495" sldId="471"/>
            <ac:grpSpMk id="72" creationId="{5A2A80ED-5928-EF3C-F0BC-A75A6BA1C44E}"/>
          </ac:grpSpMkLst>
        </pc:grpChg>
        <pc:grpChg chg="add del mod">
          <ac:chgData name="FRABOULET Xavier" userId="18e1457a-6c31-407b-a82c-fce6695e284c" providerId="ADAL" clId="{6B4CB06F-29E1-49E8-AA2F-0097B2FB4188}" dt="2022-11-16T16:49:36.006" v="2039" actId="478"/>
          <ac:grpSpMkLst>
            <pc:docMk/>
            <pc:sldMk cId="873686495" sldId="471"/>
            <ac:grpSpMk id="88" creationId="{A592457E-E9E2-DE8D-62B0-D071ADC85C37}"/>
          </ac:grpSpMkLst>
        </pc:grpChg>
        <pc:grpChg chg="add del mod">
          <ac:chgData name="FRABOULET Xavier" userId="18e1457a-6c31-407b-a82c-fce6695e284c" providerId="ADAL" clId="{6B4CB06F-29E1-49E8-AA2F-0097B2FB4188}" dt="2022-11-16T16:49:28.800" v="2035"/>
          <ac:grpSpMkLst>
            <pc:docMk/>
            <pc:sldMk cId="873686495" sldId="471"/>
            <ac:grpSpMk id="105" creationId="{E6F78E09-D32E-59AA-F684-8151C80C5A57}"/>
          </ac:grpSpMkLst>
        </pc:grpChg>
        <pc:grpChg chg="add del mod">
          <ac:chgData name="FRABOULET Xavier" userId="18e1457a-6c31-407b-a82c-fce6695e284c" providerId="ADAL" clId="{6B4CB06F-29E1-49E8-AA2F-0097B2FB4188}" dt="2022-11-16T16:51:22.494" v="2051" actId="478"/>
          <ac:grpSpMkLst>
            <pc:docMk/>
            <pc:sldMk cId="873686495" sldId="471"/>
            <ac:grpSpMk id="117" creationId="{C3EE98A4-024C-8BAE-5C9D-9AEE4547D1CB}"/>
          </ac:grpSpMkLst>
        </pc:grpChg>
        <pc:grpChg chg="add del mod">
          <ac:chgData name="FRABOULET Xavier" userId="18e1457a-6c31-407b-a82c-fce6695e284c" providerId="ADAL" clId="{6B4CB06F-29E1-49E8-AA2F-0097B2FB4188}" dt="2022-11-16T16:52:35.483" v="2058"/>
          <ac:grpSpMkLst>
            <pc:docMk/>
            <pc:sldMk cId="873686495" sldId="471"/>
            <ac:grpSpMk id="127" creationId="{DFBFB68D-46DD-56DC-5BFF-D06318C6C491}"/>
          </ac:grpSpMkLst>
        </pc:grpChg>
        <pc:picChg chg="add del mod">
          <ac:chgData name="FRABOULET Xavier" userId="18e1457a-6c31-407b-a82c-fce6695e284c" providerId="ADAL" clId="{6B4CB06F-29E1-49E8-AA2F-0097B2FB4188}" dt="2022-11-18T10:06:44.102" v="5044"/>
          <ac:picMkLst>
            <pc:docMk/>
            <pc:sldMk cId="873686495" sldId="471"/>
            <ac:picMk id="2" creationId="{2CA6A4B8-38F2-7496-0662-D539F73E25C3}"/>
          </ac:picMkLst>
        </pc:picChg>
        <pc:picChg chg="add del mod">
          <ac:chgData name="FRABOULET Xavier" userId="18e1457a-6c31-407b-a82c-fce6695e284c" providerId="ADAL" clId="{6B4CB06F-29E1-49E8-AA2F-0097B2FB4188}" dt="2022-11-18T10:06:44.102" v="5044"/>
          <ac:picMkLst>
            <pc:docMk/>
            <pc:sldMk cId="873686495" sldId="471"/>
            <ac:picMk id="7" creationId="{45053B12-ADAC-A9DC-0584-2E7269A9A2B7}"/>
          </ac:picMkLst>
        </pc:picChg>
        <pc:picChg chg="add del mod">
          <ac:chgData name="FRABOULET Xavier" userId="18e1457a-6c31-407b-a82c-fce6695e284c" providerId="ADAL" clId="{6B4CB06F-29E1-49E8-AA2F-0097B2FB4188}" dt="2022-11-18T10:06:44.102" v="5044"/>
          <ac:picMkLst>
            <pc:docMk/>
            <pc:sldMk cId="873686495" sldId="471"/>
            <ac:picMk id="8" creationId="{3BE0BA5E-BB84-48EC-EA44-F3D27ADA36CA}"/>
          </ac:picMkLst>
        </pc:picChg>
        <pc:picChg chg="add del mod">
          <ac:chgData name="FRABOULET Xavier" userId="18e1457a-6c31-407b-a82c-fce6695e284c" providerId="ADAL" clId="{6B4CB06F-29E1-49E8-AA2F-0097B2FB4188}" dt="2022-11-18T10:06:44.102" v="5044"/>
          <ac:picMkLst>
            <pc:docMk/>
            <pc:sldMk cId="873686495" sldId="471"/>
            <ac:picMk id="9" creationId="{CC9A684E-83C4-4C8D-E242-105C8B7E2B19}"/>
          </ac:picMkLst>
        </pc:picChg>
        <pc:picChg chg="mod">
          <ac:chgData name="FRABOULET Xavier" userId="18e1457a-6c31-407b-a82c-fce6695e284c" providerId="ADAL" clId="{6B4CB06F-29E1-49E8-AA2F-0097B2FB4188}" dt="2022-11-18T10:06:43.103" v="5043"/>
          <ac:picMkLst>
            <pc:docMk/>
            <pc:sldMk cId="873686495" sldId="471"/>
            <ac:picMk id="12" creationId="{CC36B74E-2889-1BA8-042F-38A128DF6F4B}"/>
          </ac:picMkLst>
        </pc:picChg>
        <pc:picChg chg="mod">
          <ac:chgData name="FRABOULET Xavier" userId="18e1457a-6c31-407b-a82c-fce6695e284c" providerId="ADAL" clId="{6B4CB06F-29E1-49E8-AA2F-0097B2FB4188}" dt="2022-11-18T10:06:43.103" v="5043"/>
          <ac:picMkLst>
            <pc:docMk/>
            <pc:sldMk cId="873686495" sldId="471"/>
            <ac:picMk id="13" creationId="{EABD68AF-CC27-AC4D-F58C-E97F28A84A83}"/>
          </ac:picMkLst>
        </pc:picChg>
        <pc:picChg chg="mod">
          <ac:chgData name="FRABOULET Xavier" userId="18e1457a-6c31-407b-a82c-fce6695e284c" providerId="ADAL" clId="{6B4CB06F-29E1-49E8-AA2F-0097B2FB4188}" dt="2022-11-18T10:06:43.103" v="5043"/>
          <ac:picMkLst>
            <pc:docMk/>
            <pc:sldMk cId="873686495" sldId="471"/>
            <ac:picMk id="14" creationId="{7422ABB7-3BD1-A103-6119-7FB358E6FB01}"/>
          </ac:picMkLst>
        </pc:picChg>
        <pc:picChg chg="add del mod">
          <ac:chgData name="FRABOULET Xavier" userId="18e1457a-6c31-407b-a82c-fce6695e284c" providerId="ADAL" clId="{6B4CB06F-29E1-49E8-AA2F-0097B2FB4188}" dt="2022-11-18T10:06:44.102" v="5044"/>
          <ac:picMkLst>
            <pc:docMk/>
            <pc:sldMk cId="873686495" sldId="471"/>
            <ac:picMk id="15" creationId="{30912F48-9757-880F-861F-BE468138250C}"/>
          </ac:picMkLst>
        </pc:picChg>
        <pc:picChg chg="mod">
          <ac:chgData name="FRABOULET Xavier" userId="18e1457a-6c31-407b-a82c-fce6695e284c" providerId="ADAL" clId="{6B4CB06F-29E1-49E8-AA2F-0097B2FB4188}" dt="2022-11-16T16:47:38.156" v="1997"/>
          <ac:picMkLst>
            <pc:docMk/>
            <pc:sldMk cId="873686495" sldId="471"/>
            <ac:picMk id="16" creationId="{BB16831F-CD64-FAA8-1651-04850FC68150}"/>
          </ac:picMkLst>
        </pc:picChg>
        <pc:picChg chg="add del mod">
          <ac:chgData name="FRABOULET Xavier" userId="18e1457a-6c31-407b-a82c-fce6695e284c" providerId="ADAL" clId="{6B4CB06F-29E1-49E8-AA2F-0097B2FB4188}" dt="2022-11-18T10:06:44.102" v="5044"/>
          <ac:picMkLst>
            <pc:docMk/>
            <pc:sldMk cId="873686495" sldId="471"/>
            <ac:picMk id="16" creationId="{E76ACEBA-DDFE-A25A-BFAB-01318D732EAD}"/>
          </ac:picMkLst>
        </pc:picChg>
        <pc:picChg chg="add del mod">
          <ac:chgData name="FRABOULET Xavier" userId="18e1457a-6c31-407b-a82c-fce6695e284c" providerId="ADAL" clId="{6B4CB06F-29E1-49E8-AA2F-0097B2FB4188}" dt="2022-11-16T16:47:39.200" v="1998"/>
          <ac:picMkLst>
            <pc:docMk/>
            <pc:sldMk cId="873686495" sldId="471"/>
            <ac:picMk id="18" creationId="{AACF5F94-436B-2323-3DC1-7C83D4A016E9}"/>
          </ac:picMkLst>
        </pc:picChg>
        <pc:picChg chg="add del mod">
          <ac:chgData name="FRABOULET Xavier" userId="18e1457a-6c31-407b-a82c-fce6695e284c" providerId="ADAL" clId="{6B4CB06F-29E1-49E8-AA2F-0097B2FB4188}" dt="2022-11-18T10:06:44.102" v="5044"/>
          <ac:picMkLst>
            <pc:docMk/>
            <pc:sldMk cId="873686495" sldId="471"/>
            <ac:picMk id="19" creationId="{60F5255D-25D9-7FFF-CC78-70CA0283FCFD}"/>
          </ac:picMkLst>
        </pc:picChg>
        <pc:picChg chg="add del mod">
          <ac:chgData name="FRABOULET Xavier" userId="18e1457a-6c31-407b-a82c-fce6695e284c" providerId="ADAL" clId="{6B4CB06F-29E1-49E8-AA2F-0097B2FB4188}" dt="2022-11-16T16:47:39.200" v="1998"/>
          <ac:picMkLst>
            <pc:docMk/>
            <pc:sldMk cId="873686495" sldId="471"/>
            <ac:picMk id="19" creationId="{ADDBDE95-8A03-F04C-95EC-C17F3A436C32}"/>
          </ac:picMkLst>
        </pc:picChg>
        <pc:picChg chg="add del mod">
          <ac:chgData name="FRABOULET Xavier" userId="18e1457a-6c31-407b-a82c-fce6695e284c" providerId="ADAL" clId="{6B4CB06F-29E1-49E8-AA2F-0097B2FB4188}" dt="2022-11-18T10:06:44.102" v="5044"/>
          <ac:picMkLst>
            <pc:docMk/>
            <pc:sldMk cId="873686495" sldId="471"/>
            <ac:picMk id="20" creationId="{4FBA079C-7B1F-68B6-77C2-8671D1F9148F}"/>
          </ac:picMkLst>
        </pc:picChg>
        <pc:picChg chg="add del mod">
          <ac:chgData name="FRABOULET Xavier" userId="18e1457a-6c31-407b-a82c-fce6695e284c" providerId="ADAL" clId="{6B4CB06F-29E1-49E8-AA2F-0097B2FB4188}" dt="2022-11-16T16:47:39.200" v="1998"/>
          <ac:picMkLst>
            <pc:docMk/>
            <pc:sldMk cId="873686495" sldId="471"/>
            <ac:picMk id="20" creationId="{FDBC8D78-06CD-B940-12D0-0A0EEFEE216E}"/>
          </ac:picMkLst>
        </pc:picChg>
        <pc:picChg chg="add del mod">
          <ac:chgData name="FRABOULET Xavier" userId="18e1457a-6c31-407b-a82c-fce6695e284c" providerId="ADAL" clId="{6B4CB06F-29E1-49E8-AA2F-0097B2FB4188}" dt="2022-11-16T16:47:39.200" v="1998"/>
          <ac:picMkLst>
            <pc:docMk/>
            <pc:sldMk cId="873686495" sldId="471"/>
            <ac:picMk id="21" creationId="{99033AA9-100B-2B51-E065-B072FDE1220D}"/>
          </ac:picMkLst>
        </pc:picChg>
        <pc:picChg chg="mod">
          <ac:chgData name="FRABOULET Xavier" userId="18e1457a-6c31-407b-a82c-fce6695e284c" providerId="ADAL" clId="{6B4CB06F-29E1-49E8-AA2F-0097B2FB4188}" dt="2022-11-16T16:47:38.156" v="1997"/>
          <ac:picMkLst>
            <pc:docMk/>
            <pc:sldMk cId="873686495" sldId="471"/>
            <ac:picMk id="24" creationId="{2D85CE48-B4BC-4404-D2AD-52C2443BF4FF}"/>
          </ac:picMkLst>
        </pc:picChg>
        <pc:picChg chg="mod">
          <ac:chgData name="FRABOULET Xavier" userId="18e1457a-6c31-407b-a82c-fce6695e284c" providerId="ADAL" clId="{6B4CB06F-29E1-49E8-AA2F-0097B2FB4188}" dt="2022-11-16T16:47:38.156" v="1997"/>
          <ac:picMkLst>
            <pc:docMk/>
            <pc:sldMk cId="873686495" sldId="471"/>
            <ac:picMk id="25" creationId="{E92ED8C2-2B91-4365-284C-AF82D96605A5}"/>
          </ac:picMkLst>
        </pc:picChg>
        <pc:picChg chg="mod">
          <ac:chgData name="FRABOULET Xavier" userId="18e1457a-6c31-407b-a82c-fce6695e284c" providerId="ADAL" clId="{6B4CB06F-29E1-49E8-AA2F-0097B2FB4188}" dt="2022-11-16T16:47:38.156" v="1997"/>
          <ac:picMkLst>
            <pc:docMk/>
            <pc:sldMk cId="873686495" sldId="471"/>
            <ac:picMk id="26" creationId="{BAAD4942-A586-32D7-7B09-93BB89E08F26}"/>
          </ac:picMkLst>
        </pc:picChg>
        <pc:picChg chg="add mod">
          <ac:chgData name="FRABOULET Xavier" userId="18e1457a-6c31-407b-a82c-fce6695e284c" providerId="ADAL" clId="{6B4CB06F-29E1-49E8-AA2F-0097B2FB4188}" dt="2022-11-18T10:07:29.280" v="5055" actId="1076"/>
          <ac:picMkLst>
            <pc:docMk/>
            <pc:sldMk cId="873686495" sldId="471"/>
            <ac:picMk id="27" creationId="{0C49DB30-027F-311D-B9CD-AC38C7A0CEDB}"/>
          </ac:picMkLst>
        </pc:picChg>
        <pc:picChg chg="add del mod">
          <ac:chgData name="FRABOULET Xavier" userId="18e1457a-6c31-407b-a82c-fce6695e284c" providerId="ADAL" clId="{6B4CB06F-29E1-49E8-AA2F-0097B2FB4188}" dt="2022-11-16T16:47:39.200" v="1998"/>
          <ac:picMkLst>
            <pc:docMk/>
            <pc:sldMk cId="873686495" sldId="471"/>
            <ac:picMk id="27" creationId="{12B5A5C9-A9C7-5A84-B004-C5C49D15539C}"/>
          </ac:picMkLst>
        </pc:picChg>
        <pc:picChg chg="add del mod">
          <ac:chgData name="FRABOULET Xavier" userId="18e1457a-6c31-407b-a82c-fce6695e284c" providerId="ADAL" clId="{6B4CB06F-29E1-49E8-AA2F-0097B2FB4188}" dt="2022-11-16T16:47:39.200" v="1998"/>
          <ac:picMkLst>
            <pc:docMk/>
            <pc:sldMk cId="873686495" sldId="471"/>
            <ac:picMk id="31" creationId="{1989DFD8-C8A5-2A87-8404-C79DFD6AC5DB}"/>
          </ac:picMkLst>
        </pc:picChg>
        <pc:picChg chg="add del mod">
          <ac:chgData name="FRABOULET Xavier" userId="18e1457a-6c31-407b-a82c-fce6695e284c" providerId="ADAL" clId="{6B4CB06F-29E1-49E8-AA2F-0097B2FB4188}" dt="2022-11-16T16:47:39.200" v="1998"/>
          <ac:picMkLst>
            <pc:docMk/>
            <pc:sldMk cId="873686495" sldId="471"/>
            <ac:picMk id="32" creationId="{43A71AF5-E591-0981-775D-1577EB017F4C}"/>
          </ac:picMkLst>
        </pc:picChg>
        <pc:picChg chg="mod">
          <ac:chgData name="FRABOULET Xavier" userId="18e1457a-6c31-407b-a82c-fce6695e284c" providerId="ADAL" clId="{6B4CB06F-29E1-49E8-AA2F-0097B2FB4188}" dt="2022-11-16T16:47:40.496" v="1999"/>
          <ac:picMkLst>
            <pc:docMk/>
            <pc:sldMk cId="873686495" sldId="471"/>
            <ac:picMk id="48" creationId="{B666EF87-E20B-29D4-911F-96A448A8A9C3}"/>
          </ac:picMkLst>
        </pc:picChg>
        <pc:picChg chg="add del mod">
          <ac:chgData name="FRABOULET Xavier" userId="18e1457a-6c31-407b-a82c-fce6695e284c" providerId="ADAL" clId="{6B4CB06F-29E1-49E8-AA2F-0097B2FB4188}" dt="2022-11-16T16:47:47.087" v="2004"/>
          <ac:picMkLst>
            <pc:docMk/>
            <pc:sldMk cId="873686495" sldId="471"/>
            <ac:picMk id="50" creationId="{D2E96D7B-2CF1-0F51-0898-C2D3ABFE5D36}"/>
          </ac:picMkLst>
        </pc:picChg>
        <pc:picChg chg="add del mod">
          <ac:chgData name="FRABOULET Xavier" userId="18e1457a-6c31-407b-a82c-fce6695e284c" providerId="ADAL" clId="{6B4CB06F-29E1-49E8-AA2F-0097B2FB4188}" dt="2022-11-16T16:47:47.087" v="2004"/>
          <ac:picMkLst>
            <pc:docMk/>
            <pc:sldMk cId="873686495" sldId="471"/>
            <ac:picMk id="51" creationId="{6E1CB6CE-7411-E2C3-87EA-982C52A59C45}"/>
          </ac:picMkLst>
        </pc:picChg>
        <pc:picChg chg="add del mod">
          <ac:chgData name="FRABOULET Xavier" userId="18e1457a-6c31-407b-a82c-fce6695e284c" providerId="ADAL" clId="{6B4CB06F-29E1-49E8-AA2F-0097B2FB4188}" dt="2022-11-16T16:47:47.087" v="2004"/>
          <ac:picMkLst>
            <pc:docMk/>
            <pc:sldMk cId="873686495" sldId="471"/>
            <ac:picMk id="52" creationId="{F33A431C-6287-A793-E518-2C9B37432CA0}"/>
          </ac:picMkLst>
        </pc:picChg>
        <pc:picChg chg="add del mod">
          <ac:chgData name="FRABOULET Xavier" userId="18e1457a-6c31-407b-a82c-fce6695e284c" providerId="ADAL" clId="{6B4CB06F-29E1-49E8-AA2F-0097B2FB4188}" dt="2022-11-16T16:47:47.087" v="2004"/>
          <ac:picMkLst>
            <pc:docMk/>
            <pc:sldMk cId="873686495" sldId="471"/>
            <ac:picMk id="53" creationId="{4F3B68B7-DDFE-1B34-393C-99FB1072C19A}"/>
          </ac:picMkLst>
        </pc:picChg>
        <pc:picChg chg="mod">
          <ac:chgData name="FRABOULET Xavier" userId="18e1457a-6c31-407b-a82c-fce6695e284c" providerId="ADAL" clId="{6B4CB06F-29E1-49E8-AA2F-0097B2FB4188}" dt="2022-11-16T16:47:40.496" v="1999"/>
          <ac:picMkLst>
            <pc:docMk/>
            <pc:sldMk cId="873686495" sldId="471"/>
            <ac:picMk id="56" creationId="{FB248168-0380-0C0E-A78D-193B81730451}"/>
          </ac:picMkLst>
        </pc:picChg>
        <pc:picChg chg="mod">
          <ac:chgData name="FRABOULET Xavier" userId="18e1457a-6c31-407b-a82c-fce6695e284c" providerId="ADAL" clId="{6B4CB06F-29E1-49E8-AA2F-0097B2FB4188}" dt="2022-11-16T16:47:40.496" v="1999"/>
          <ac:picMkLst>
            <pc:docMk/>
            <pc:sldMk cId="873686495" sldId="471"/>
            <ac:picMk id="57" creationId="{3DA0D8F4-E12F-17E7-A6A9-ED36344747C6}"/>
          </ac:picMkLst>
        </pc:picChg>
        <pc:picChg chg="mod">
          <ac:chgData name="FRABOULET Xavier" userId="18e1457a-6c31-407b-a82c-fce6695e284c" providerId="ADAL" clId="{6B4CB06F-29E1-49E8-AA2F-0097B2FB4188}" dt="2022-11-16T16:47:40.496" v="1999"/>
          <ac:picMkLst>
            <pc:docMk/>
            <pc:sldMk cId="873686495" sldId="471"/>
            <ac:picMk id="58" creationId="{FF1CB25C-7A34-5424-4021-AED72F4E53A9}"/>
          </ac:picMkLst>
        </pc:picChg>
        <pc:picChg chg="add del mod">
          <ac:chgData name="FRABOULET Xavier" userId="18e1457a-6c31-407b-a82c-fce6695e284c" providerId="ADAL" clId="{6B4CB06F-29E1-49E8-AA2F-0097B2FB4188}" dt="2022-11-16T16:47:47.087" v="2004"/>
          <ac:picMkLst>
            <pc:docMk/>
            <pc:sldMk cId="873686495" sldId="471"/>
            <ac:picMk id="59" creationId="{1A6DCA96-0AD1-351B-17B4-1C9E0D41CC53}"/>
          </ac:picMkLst>
        </pc:picChg>
        <pc:picChg chg="add del mod">
          <ac:chgData name="FRABOULET Xavier" userId="18e1457a-6c31-407b-a82c-fce6695e284c" providerId="ADAL" clId="{6B4CB06F-29E1-49E8-AA2F-0097B2FB4188}" dt="2022-11-16T16:47:47.087" v="2004"/>
          <ac:picMkLst>
            <pc:docMk/>
            <pc:sldMk cId="873686495" sldId="471"/>
            <ac:picMk id="63" creationId="{384FEB3D-040D-708F-BFB5-E3E9EE0ECEC0}"/>
          </ac:picMkLst>
        </pc:picChg>
        <pc:picChg chg="add del mod">
          <ac:chgData name="FRABOULET Xavier" userId="18e1457a-6c31-407b-a82c-fce6695e284c" providerId="ADAL" clId="{6B4CB06F-29E1-49E8-AA2F-0097B2FB4188}" dt="2022-11-16T16:47:47.087" v="2004"/>
          <ac:picMkLst>
            <pc:docMk/>
            <pc:sldMk cId="873686495" sldId="471"/>
            <ac:picMk id="64" creationId="{9CDF577D-A00A-34C9-8CE7-33CEDDA5CE10}"/>
          </ac:picMkLst>
        </pc:picChg>
        <pc:picChg chg="mod">
          <ac:chgData name="FRABOULET Xavier" userId="18e1457a-6c31-407b-a82c-fce6695e284c" providerId="ADAL" clId="{6B4CB06F-29E1-49E8-AA2F-0097B2FB4188}" dt="2022-11-16T16:48:09.773" v="2007"/>
          <ac:picMkLst>
            <pc:docMk/>
            <pc:sldMk cId="873686495" sldId="471"/>
            <ac:picMk id="81" creationId="{BF6271FE-FEFF-A779-B822-725131ECE1FE}"/>
          </ac:picMkLst>
        </pc:picChg>
        <pc:picChg chg="add del mod">
          <ac:chgData name="FRABOULET Xavier" userId="18e1457a-6c31-407b-a82c-fce6695e284c" providerId="ADAL" clId="{6B4CB06F-29E1-49E8-AA2F-0097B2FB4188}" dt="2022-11-16T16:49:36.006" v="2039" actId="478"/>
          <ac:picMkLst>
            <pc:docMk/>
            <pc:sldMk cId="873686495" sldId="471"/>
            <ac:picMk id="83" creationId="{296FE464-45A1-872C-62CC-74BA843C8460}"/>
          </ac:picMkLst>
        </pc:picChg>
        <pc:picChg chg="add del mod">
          <ac:chgData name="FRABOULET Xavier" userId="18e1457a-6c31-407b-a82c-fce6695e284c" providerId="ADAL" clId="{6B4CB06F-29E1-49E8-AA2F-0097B2FB4188}" dt="2022-11-16T16:49:36.006" v="2039" actId="478"/>
          <ac:picMkLst>
            <pc:docMk/>
            <pc:sldMk cId="873686495" sldId="471"/>
            <ac:picMk id="84" creationId="{509AEFB2-EDD4-521A-5C04-384ECDC5BBEF}"/>
          </ac:picMkLst>
        </pc:picChg>
        <pc:picChg chg="add del mod">
          <ac:chgData name="FRABOULET Xavier" userId="18e1457a-6c31-407b-a82c-fce6695e284c" providerId="ADAL" clId="{6B4CB06F-29E1-49E8-AA2F-0097B2FB4188}" dt="2022-11-16T16:49:36.006" v="2039" actId="478"/>
          <ac:picMkLst>
            <pc:docMk/>
            <pc:sldMk cId="873686495" sldId="471"/>
            <ac:picMk id="85" creationId="{E4507FBB-9C99-2386-BBC6-750286399DF0}"/>
          </ac:picMkLst>
        </pc:picChg>
        <pc:picChg chg="add del mod">
          <ac:chgData name="FRABOULET Xavier" userId="18e1457a-6c31-407b-a82c-fce6695e284c" providerId="ADAL" clId="{6B4CB06F-29E1-49E8-AA2F-0097B2FB4188}" dt="2022-11-16T16:49:36.006" v="2039" actId="478"/>
          <ac:picMkLst>
            <pc:docMk/>
            <pc:sldMk cId="873686495" sldId="471"/>
            <ac:picMk id="86" creationId="{A87513D9-ADB0-AC43-5A65-3BB9E8190777}"/>
          </ac:picMkLst>
        </pc:picChg>
        <pc:picChg chg="mod">
          <ac:chgData name="FRABOULET Xavier" userId="18e1457a-6c31-407b-a82c-fce6695e284c" providerId="ADAL" clId="{6B4CB06F-29E1-49E8-AA2F-0097B2FB4188}" dt="2022-11-16T16:48:09.773" v="2007"/>
          <ac:picMkLst>
            <pc:docMk/>
            <pc:sldMk cId="873686495" sldId="471"/>
            <ac:picMk id="89" creationId="{8057B88E-FAC6-1756-987F-FF48D29695D9}"/>
          </ac:picMkLst>
        </pc:picChg>
        <pc:picChg chg="mod">
          <ac:chgData name="FRABOULET Xavier" userId="18e1457a-6c31-407b-a82c-fce6695e284c" providerId="ADAL" clId="{6B4CB06F-29E1-49E8-AA2F-0097B2FB4188}" dt="2022-11-16T16:48:09.773" v="2007"/>
          <ac:picMkLst>
            <pc:docMk/>
            <pc:sldMk cId="873686495" sldId="471"/>
            <ac:picMk id="90" creationId="{42BF3D29-86D2-668F-0DC1-34B40033E178}"/>
          </ac:picMkLst>
        </pc:picChg>
        <pc:picChg chg="mod">
          <ac:chgData name="FRABOULET Xavier" userId="18e1457a-6c31-407b-a82c-fce6695e284c" providerId="ADAL" clId="{6B4CB06F-29E1-49E8-AA2F-0097B2FB4188}" dt="2022-11-16T16:48:09.773" v="2007"/>
          <ac:picMkLst>
            <pc:docMk/>
            <pc:sldMk cId="873686495" sldId="471"/>
            <ac:picMk id="91" creationId="{54247B01-2B2F-74AC-5E1A-68606D06BCAB}"/>
          </ac:picMkLst>
        </pc:picChg>
        <pc:picChg chg="add del mod">
          <ac:chgData name="FRABOULET Xavier" userId="18e1457a-6c31-407b-a82c-fce6695e284c" providerId="ADAL" clId="{6B4CB06F-29E1-49E8-AA2F-0097B2FB4188}" dt="2022-11-16T16:48:32.638" v="2013" actId="478"/>
          <ac:picMkLst>
            <pc:docMk/>
            <pc:sldMk cId="873686495" sldId="471"/>
            <ac:picMk id="92" creationId="{B0BCAF5E-7FA0-FEF3-6441-EB1B7FF38FE0}"/>
          </ac:picMkLst>
        </pc:picChg>
        <pc:picChg chg="add del mod">
          <ac:chgData name="FRABOULET Xavier" userId="18e1457a-6c31-407b-a82c-fce6695e284c" providerId="ADAL" clId="{6B4CB06F-29E1-49E8-AA2F-0097B2FB4188}" dt="2022-11-16T16:49:36.006" v="2039" actId="478"/>
          <ac:picMkLst>
            <pc:docMk/>
            <pc:sldMk cId="873686495" sldId="471"/>
            <ac:picMk id="96" creationId="{0BBCF29B-6472-44FA-96D4-B0161EAB5449}"/>
          </ac:picMkLst>
        </pc:picChg>
        <pc:picChg chg="add del mod">
          <ac:chgData name="FRABOULET Xavier" userId="18e1457a-6c31-407b-a82c-fce6695e284c" providerId="ADAL" clId="{6B4CB06F-29E1-49E8-AA2F-0097B2FB4188}" dt="2022-11-16T16:49:36.006" v="2039" actId="478"/>
          <ac:picMkLst>
            <pc:docMk/>
            <pc:sldMk cId="873686495" sldId="471"/>
            <ac:picMk id="97" creationId="{0C6222AA-9A5B-744D-6B4E-56BDE18AFB7F}"/>
          </ac:picMkLst>
        </pc:picChg>
        <pc:picChg chg="mod">
          <ac:chgData name="FRABOULET Xavier" userId="18e1457a-6c31-407b-a82c-fce6695e284c" providerId="ADAL" clId="{6B4CB06F-29E1-49E8-AA2F-0097B2FB4188}" dt="2022-11-16T16:49:27.889" v="2034"/>
          <ac:picMkLst>
            <pc:docMk/>
            <pc:sldMk cId="873686495" sldId="471"/>
            <ac:picMk id="114" creationId="{9451C64C-097F-DF55-9719-922396F90F06}"/>
          </ac:picMkLst>
        </pc:picChg>
        <pc:picChg chg="add mod">
          <ac:chgData name="FRABOULET Xavier" userId="18e1457a-6c31-407b-a82c-fce6695e284c" providerId="ADAL" clId="{6B4CB06F-29E1-49E8-AA2F-0097B2FB4188}" dt="2022-11-16T16:54:14.085" v="2077" actId="1076"/>
          <ac:picMkLst>
            <pc:docMk/>
            <pc:sldMk cId="873686495" sldId="471"/>
            <ac:picMk id="115" creationId="{D1942CCA-25BD-7D3E-E959-3AB09EAEC170}"/>
          </ac:picMkLst>
        </pc:picChg>
        <pc:picChg chg="add del mod">
          <ac:chgData name="FRABOULET Xavier" userId="18e1457a-6c31-407b-a82c-fce6695e284c" providerId="ADAL" clId="{6B4CB06F-29E1-49E8-AA2F-0097B2FB4188}" dt="2022-11-16T16:52:42.583" v="2062" actId="478"/>
          <ac:picMkLst>
            <pc:docMk/>
            <pc:sldMk cId="873686495" sldId="471"/>
            <ac:picMk id="116" creationId="{CD17E175-80B3-68D2-066F-7F6DA413C92F}"/>
          </ac:picMkLst>
        </pc:picChg>
        <pc:picChg chg="mod">
          <ac:chgData name="FRABOULET Xavier" userId="18e1457a-6c31-407b-a82c-fce6695e284c" providerId="ADAL" clId="{6B4CB06F-29E1-49E8-AA2F-0097B2FB4188}" dt="2022-11-16T16:50:28.062" v="2048"/>
          <ac:picMkLst>
            <pc:docMk/>
            <pc:sldMk cId="873686495" sldId="471"/>
            <ac:picMk id="118" creationId="{8EF5F563-FE43-80A7-596D-9E9A9AA516DA}"/>
          </ac:picMkLst>
        </pc:picChg>
        <pc:picChg chg="mod">
          <ac:chgData name="FRABOULET Xavier" userId="18e1457a-6c31-407b-a82c-fce6695e284c" providerId="ADAL" clId="{6B4CB06F-29E1-49E8-AA2F-0097B2FB4188}" dt="2022-11-16T16:50:28.062" v="2048"/>
          <ac:picMkLst>
            <pc:docMk/>
            <pc:sldMk cId="873686495" sldId="471"/>
            <ac:picMk id="119" creationId="{D1130D6C-A2B6-BA03-74BF-3A1135957E61}"/>
          </ac:picMkLst>
        </pc:picChg>
        <pc:picChg chg="mod">
          <ac:chgData name="FRABOULET Xavier" userId="18e1457a-6c31-407b-a82c-fce6695e284c" providerId="ADAL" clId="{6B4CB06F-29E1-49E8-AA2F-0097B2FB4188}" dt="2022-11-16T16:50:28.062" v="2048"/>
          <ac:picMkLst>
            <pc:docMk/>
            <pc:sldMk cId="873686495" sldId="471"/>
            <ac:picMk id="120" creationId="{1E56B9AB-2085-303F-36F3-0727CED4112C}"/>
          </ac:picMkLst>
        </pc:picChg>
        <pc:picChg chg="add del mod">
          <ac:chgData name="FRABOULET Xavier" userId="18e1457a-6c31-407b-a82c-fce6695e284c" providerId="ADAL" clId="{6B4CB06F-29E1-49E8-AA2F-0097B2FB4188}" dt="2022-11-16T16:52:35.483" v="2058"/>
          <ac:picMkLst>
            <pc:docMk/>
            <pc:sldMk cId="873686495" sldId="471"/>
            <ac:picMk id="122" creationId="{5DE0B6BC-89A5-C7FE-3E08-385CA2B65AD4}"/>
          </ac:picMkLst>
        </pc:picChg>
        <pc:picChg chg="add del mod">
          <ac:chgData name="FRABOULET Xavier" userId="18e1457a-6c31-407b-a82c-fce6695e284c" providerId="ADAL" clId="{6B4CB06F-29E1-49E8-AA2F-0097B2FB4188}" dt="2022-11-16T16:52:35.483" v="2058"/>
          <ac:picMkLst>
            <pc:docMk/>
            <pc:sldMk cId="873686495" sldId="471"/>
            <ac:picMk id="123" creationId="{1D8DDD7C-CC85-D29C-6B76-38D3F4A3069F}"/>
          </ac:picMkLst>
        </pc:picChg>
        <pc:picChg chg="add del mod">
          <ac:chgData name="FRABOULET Xavier" userId="18e1457a-6c31-407b-a82c-fce6695e284c" providerId="ADAL" clId="{6B4CB06F-29E1-49E8-AA2F-0097B2FB4188}" dt="2022-11-16T16:52:35.483" v="2058"/>
          <ac:picMkLst>
            <pc:docMk/>
            <pc:sldMk cId="873686495" sldId="471"/>
            <ac:picMk id="124" creationId="{1C5C897F-F71F-92FB-7721-3FE7988D14F0}"/>
          </ac:picMkLst>
        </pc:picChg>
        <pc:picChg chg="add del mod">
          <ac:chgData name="FRABOULET Xavier" userId="18e1457a-6c31-407b-a82c-fce6695e284c" providerId="ADAL" clId="{6B4CB06F-29E1-49E8-AA2F-0097B2FB4188}" dt="2022-11-16T16:52:35.483" v="2058"/>
          <ac:picMkLst>
            <pc:docMk/>
            <pc:sldMk cId="873686495" sldId="471"/>
            <ac:picMk id="125" creationId="{60BE6EB0-60BF-2266-9084-624C1EFA740E}"/>
          </ac:picMkLst>
        </pc:picChg>
        <pc:picChg chg="mod">
          <ac:chgData name="FRABOULET Xavier" userId="18e1457a-6c31-407b-a82c-fce6695e284c" providerId="ADAL" clId="{6B4CB06F-29E1-49E8-AA2F-0097B2FB4188}" dt="2022-11-16T16:52:34.674" v="2057"/>
          <ac:picMkLst>
            <pc:docMk/>
            <pc:sldMk cId="873686495" sldId="471"/>
            <ac:picMk id="128" creationId="{B3769DD2-D1BA-9FB7-70D7-38C30D6C267B}"/>
          </ac:picMkLst>
        </pc:picChg>
        <pc:picChg chg="mod">
          <ac:chgData name="FRABOULET Xavier" userId="18e1457a-6c31-407b-a82c-fce6695e284c" providerId="ADAL" clId="{6B4CB06F-29E1-49E8-AA2F-0097B2FB4188}" dt="2022-11-16T16:52:34.674" v="2057"/>
          <ac:picMkLst>
            <pc:docMk/>
            <pc:sldMk cId="873686495" sldId="471"/>
            <ac:picMk id="129" creationId="{A4FC68D1-88FD-DDBF-3B83-4780B5F472F3}"/>
          </ac:picMkLst>
        </pc:picChg>
        <pc:picChg chg="mod">
          <ac:chgData name="FRABOULET Xavier" userId="18e1457a-6c31-407b-a82c-fce6695e284c" providerId="ADAL" clId="{6B4CB06F-29E1-49E8-AA2F-0097B2FB4188}" dt="2022-11-16T16:52:34.674" v="2057"/>
          <ac:picMkLst>
            <pc:docMk/>
            <pc:sldMk cId="873686495" sldId="471"/>
            <ac:picMk id="130" creationId="{7043727D-CD1D-AB66-C624-74FA9E9C2C04}"/>
          </ac:picMkLst>
        </pc:picChg>
        <pc:picChg chg="add del mod">
          <ac:chgData name="FRABOULET Xavier" userId="18e1457a-6c31-407b-a82c-fce6695e284c" providerId="ADAL" clId="{6B4CB06F-29E1-49E8-AA2F-0097B2FB4188}" dt="2022-11-16T16:52:35.483" v="2058"/>
          <ac:picMkLst>
            <pc:docMk/>
            <pc:sldMk cId="873686495" sldId="471"/>
            <ac:picMk id="131" creationId="{37CB38B1-75C3-3B8A-19F6-EF25455D0B20}"/>
          </ac:picMkLst>
        </pc:picChg>
        <pc:picChg chg="add del mod">
          <ac:chgData name="FRABOULET Xavier" userId="18e1457a-6c31-407b-a82c-fce6695e284c" providerId="ADAL" clId="{6B4CB06F-29E1-49E8-AA2F-0097B2FB4188}" dt="2022-11-16T16:52:35.483" v="2058"/>
          <ac:picMkLst>
            <pc:docMk/>
            <pc:sldMk cId="873686495" sldId="471"/>
            <ac:picMk id="134" creationId="{16A582FC-D896-C59D-BF5A-1458CAF34488}"/>
          </ac:picMkLst>
        </pc:picChg>
        <pc:picChg chg="add del mod">
          <ac:chgData name="FRABOULET Xavier" userId="18e1457a-6c31-407b-a82c-fce6695e284c" providerId="ADAL" clId="{6B4CB06F-29E1-49E8-AA2F-0097B2FB4188}" dt="2022-11-16T16:52:35.483" v="2058"/>
          <ac:picMkLst>
            <pc:docMk/>
            <pc:sldMk cId="873686495" sldId="471"/>
            <ac:picMk id="135" creationId="{76DE709F-D7C1-9C4A-46CC-25DC42CB1D3C}"/>
          </ac:picMkLst>
        </pc:picChg>
        <pc:picChg chg="add del mod">
          <ac:chgData name="FRABOULET Xavier" userId="18e1457a-6c31-407b-a82c-fce6695e284c" providerId="ADAL" clId="{6B4CB06F-29E1-49E8-AA2F-0097B2FB4188}" dt="2022-11-16T16:52:39.919" v="2061" actId="478"/>
          <ac:picMkLst>
            <pc:docMk/>
            <pc:sldMk cId="873686495" sldId="471"/>
            <ac:picMk id="142" creationId="{1F43AB2A-04CB-C60C-6572-93189850A044}"/>
          </ac:picMkLst>
        </pc:picChg>
        <pc:picChg chg="add del">
          <ac:chgData name="FRABOULET Xavier" userId="18e1457a-6c31-407b-a82c-fce6695e284c" providerId="ADAL" clId="{6B4CB06F-29E1-49E8-AA2F-0097B2FB4188}" dt="2022-11-16T16:53:10.089" v="2064"/>
          <ac:picMkLst>
            <pc:docMk/>
            <pc:sldMk cId="873686495" sldId="471"/>
            <ac:picMk id="143" creationId="{892740F2-93AB-0F39-D2FF-81EAD0502803}"/>
          </ac:picMkLst>
        </pc:picChg>
        <pc:picChg chg="add del">
          <ac:chgData name="FRABOULET Xavier" userId="18e1457a-6c31-407b-a82c-fce6695e284c" providerId="ADAL" clId="{6B4CB06F-29E1-49E8-AA2F-0097B2FB4188}" dt="2022-11-16T16:53:22.369" v="2066"/>
          <ac:picMkLst>
            <pc:docMk/>
            <pc:sldMk cId="873686495" sldId="471"/>
            <ac:picMk id="144" creationId="{3E746952-47CE-6EB3-84DB-1DC48A136D09}"/>
          </ac:picMkLst>
        </pc:picChg>
        <pc:picChg chg="add del mod">
          <ac:chgData name="FRABOULET Xavier" userId="18e1457a-6c31-407b-a82c-fce6695e284c" providerId="ADAL" clId="{6B4CB06F-29E1-49E8-AA2F-0097B2FB4188}" dt="2022-11-16T16:53:57.040" v="2070"/>
          <ac:picMkLst>
            <pc:docMk/>
            <pc:sldMk cId="873686495" sldId="471"/>
            <ac:picMk id="145" creationId="{3D5AD58F-8271-479D-EE5B-9C7806377B0B}"/>
          </ac:picMkLst>
        </pc:picChg>
        <pc:picChg chg="add del mod">
          <ac:chgData name="FRABOULET Xavier" userId="18e1457a-6c31-407b-a82c-fce6695e284c" providerId="ADAL" clId="{6B4CB06F-29E1-49E8-AA2F-0097B2FB4188}" dt="2022-11-18T10:06:42.622" v="5042" actId="478"/>
          <ac:picMkLst>
            <pc:docMk/>
            <pc:sldMk cId="873686495" sldId="471"/>
            <ac:picMk id="146" creationId="{92023458-BBA6-87FD-D227-4E94BD9F1EAE}"/>
          </ac:picMkLst>
        </pc:picChg>
        <pc:cxnChg chg="add del mod">
          <ac:chgData name="FRABOULET Xavier" userId="18e1457a-6c31-407b-a82c-fce6695e284c" providerId="ADAL" clId="{6B4CB06F-29E1-49E8-AA2F-0097B2FB4188}" dt="2022-11-18T10:06:44.102" v="5044"/>
          <ac:cxnSpMkLst>
            <pc:docMk/>
            <pc:sldMk cId="873686495" sldId="471"/>
            <ac:cxnSpMk id="10" creationId="{06FF72B6-E62F-B1F5-D279-F7497F032093}"/>
          </ac:cxnSpMkLst>
        </pc:cxnChg>
        <pc:cxnChg chg="add del mod">
          <ac:chgData name="FRABOULET Xavier" userId="18e1457a-6c31-407b-a82c-fce6695e284c" providerId="ADAL" clId="{6B4CB06F-29E1-49E8-AA2F-0097B2FB4188}" dt="2022-11-16T16:47:39.200" v="1998"/>
          <ac:cxnSpMkLst>
            <pc:docMk/>
            <pc:sldMk cId="873686495" sldId="471"/>
            <ac:cxnSpMk id="22" creationId="{263960A2-5259-902B-7145-AA31DD866C60}"/>
          </ac:cxnSpMkLst>
        </pc:cxnChg>
        <pc:cxnChg chg="add del mod">
          <ac:chgData name="FRABOULET Xavier" userId="18e1457a-6c31-407b-a82c-fce6695e284c" providerId="ADAL" clId="{6B4CB06F-29E1-49E8-AA2F-0097B2FB4188}" dt="2022-11-16T16:47:47.087" v="2004"/>
          <ac:cxnSpMkLst>
            <pc:docMk/>
            <pc:sldMk cId="873686495" sldId="471"/>
            <ac:cxnSpMk id="54" creationId="{9FE97AE8-F153-D505-1F55-EFC5A132DD65}"/>
          </ac:cxnSpMkLst>
        </pc:cxnChg>
        <pc:cxnChg chg="add del mod">
          <ac:chgData name="FRABOULET Xavier" userId="18e1457a-6c31-407b-a82c-fce6695e284c" providerId="ADAL" clId="{6B4CB06F-29E1-49E8-AA2F-0097B2FB4188}" dt="2022-11-16T16:49:36.006" v="2039" actId="478"/>
          <ac:cxnSpMkLst>
            <pc:docMk/>
            <pc:sldMk cId="873686495" sldId="471"/>
            <ac:cxnSpMk id="87" creationId="{76050276-2575-66E6-224C-FB910DCBBD18}"/>
          </ac:cxnSpMkLst>
        </pc:cxnChg>
        <pc:cxnChg chg="add del mod">
          <ac:chgData name="FRABOULET Xavier" userId="18e1457a-6c31-407b-a82c-fce6695e284c" providerId="ADAL" clId="{6B4CB06F-29E1-49E8-AA2F-0097B2FB4188}" dt="2022-11-16T16:52:35.483" v="2058"/>
          <ac:cxnSpMkLst>
            <pc:docMk/>
            <pc:sldMk cId="873686495" sldId="471"/>
            <ac:cxnSpMk id="126" creationId="{4F8B84A9-4EF6-3A3D-ACE3-FB92AE314320}"/>
          </ac:cxnSpMkLst>
        </pc:cxnChg>
      </pc:sldChg>
      <pc:sldChg chg="addSp delSp modSp add mod modNotesTx">
        <pc:chgData name="FRABOULET Xavier" userId="18e1457a-6c31-407b-a82c-fce6695e284c" providerId="ADAL" clId="{6B4CB06F-29E1-49E8-AA2F-0097B2FB4188}" dt="2022-11-18T10:06:22.389" v="5041" actId="1076"/>
        <pc:sldMkLst>
          <pc:docMk/>
          <pc:sldMk cId="3587571564" sldId="472"/>
        </pc:sldMkLst>
        <pc:spChg chg="mod">
          <ac:chgData name="FRABOULET Xavier" userId="18e1457a-6c31-407b-a82c-fce6695e284c" providerId="ADAL" clId="{6B4CB06F-29E1-49E8-AA2F-0097B2FB4188}" dt="2022-11-16T16:56:39.234" v="2260" actId="20577"/>
          <ac:spMkLst>
            <pc:docMk/>
            <pc:sldMk cId="3587571564" sldId="472"/>
            <ac:spMk id="5" creationId="{EC25E204-CDAD-E0F1-FA01-4B1AF9248614}"/>
          </ac:spMkLst>
        </pc:spChg>
        <pc:spChg chg="add del mod">
          <ac:chgData name="FRABOULET Xavier" userId="18e1457a-6c31-407b-a82c-fce6695e284c" providerId="ADAL" clId="{6B4CB06F-29E1-49E8-AA2F-0097B2FB4188}" dt="2022-11-18T10:06:10.810" v="5037"/>
          <ac:spMkLst>
            <pc:docMk/>
            <pc:sldMk cId="3587571564" sldId="472"/>
            <ac:spMk id="16" creationId="{E8DA3FD9-868E-ECF7-7BBF-796B22647A83}"/>
          </ac:spMkLst>
        </pc:spChg>
        <pc:spChg chg="add del mod">
          <ac:chgData name="FRABOULET Xavier" userId="18e1457a-6c31-407b-a82c-fce6695e284c" providerId="ADAL" clId="{6B4CB06F-29E1-49E8-AA2F-0097B2FB4188}" dt="2022-11-18T10:06:10.810" v="5037"/>
          <ac:spMkLst>
            <pc:docMk/>
            <pc:sldMk cId="3587571564" sldId="472"/>
            <ac:spMk id="18" creationId="{C1BA5877-6E01-3730-22F2-C58DE2A692B7}"/>
          </ac:spMkLst>
        </pc:spChg>
        <pc:spChg chg="add del mod">
          <ac:chgData name="FRABOULET Xavier" userId="18e1457a-6c31-407b-a82c-fce6695e284c" providerId="ADAL" clId="{6B4CB06F-29E1-49E8-AA2F-0097B2FB4188}" dt="2022-11-18T10:06:10.810" v="5037"/>
          <ac:spMkLst>
            <pc:docMk/>
            <pc:sldMk cId="3587571564" sldId="472"/>
            <ac:spMk id="22" creationId="{B1E4E6CB-E26D-5E4B-4596-84392E5E0DFD}"/>
          </ac:spMkLst>
        </pc:spChg>
        <pc:spChg chg="add del mod">
          <ac:chgData name="FRABOULET Xavier" userId="18e1457a-6c31-407b-a82c-fce6695e284c" providerId="ADAL" clId="{6B4CB06F-29E1-49E8-AA2F-0097B2FB4188}" dt="2022-11-18T10:06:10.810" v="5037"/>
          <ac:spMkLst>
            <pc:docMk/>
            <pc:sldMk cId="3587571564" sldId="472"/>
            <ac:spMk id="23" creationId="{98633B70-CAF5-2642-3917-7F1E0789680A}"/>
          </ac:spMkLst>
        </pc:spChg>
        <pc:spChg chg="add del mod">
          <ac:chgData name="FRABOULET Xavier" userId="18e1457a-6c31-407b-a82c-fce6695e284c" providerId="ADAL" clId="{6B4CB06F-29E1-49E8-AA2F-0097B2FB4188}" dt="2022-11-18T10:06:10.810" v="5037"/>
          <ac:spMkLst>
            <pc:docMk/>
            <pc:sldMk cId="3587571564" sldId="472"/>
            <ac:spMk id="24" creationId="{2D6A2CE9-3E3E-856F-00DB-0C885F4DBA79}"/>
          </ac:spMkLst>
        </pc:spChg>
        <pc:spChg chg="add del mod">
          <ac:chgData name="FRABOULET Xavier" userId="18e1457a-6c31-407b-a82c-fce6695e284c" providerId="ADAL" clId="{6B4CB06F-29E1-49E8-AA2F-0097B2FB4188}" dt="2022-11-18T10:06:10.810" v="5037"/>
          <ac:spMkLst>
            <pc:docMk/>
            <pc:sldMk cId="3587571564" sldId="472"/>
            <ac:spMk id="25" creationId="{F45611BF-36A0-CC4B-3088-2419C2FFE227}"/>
          </ac:spMkLst>
        </pc:spChg>
        <pc:spChg chg="add del mod">
          <ac:chgData name="FRABOULET Xavier" userId="18e1457a-6c31-407b-a82c-fce6695e284c" providerId="ADAL" clId="{6B4CB06F-29E1-49E8-AA2F-0097B2FB4188}" dt="2022-11-18T10:06:10.810" v="5037"/>
          <ac:spMkLst>
            <pc:docMk/>
            <pc:sldMk cId="3587571564" sldId="472"/>
            <ac:spMk id="26" creationId="{87251386-C33A-EB46-7714-76F83290B843}"/>
          </ac:spMkLst>
        </pc:spChg>
        <pc:spChg chg="add del mod">
          <ac:chgData name="FRABOULET Xavier" userId="18e1457a-6c31-407b-a82c-fce6695e284c" providerId="ADAL" clId="{6B4CB06F-29E1-49E8-AA2F-0097B2FB4188}" dt="2022-11-18T10:06:10.810" v="5037"/>
          <ac:spMkLst>
            <pc:docMk/>
            <pc:sldMk cId="3587571564" sldId="472"/>
            <ac:spMk id="27" creationId="{7E54E17E-5180-4D32-A0FA-B49B0594FB3E}"/>
          </ac:spMkLst>
        </pc:spChg>
        <pc:spChg chg="mod">
          <ac:chgData name="FRABOULET Xavier" userId="18e1457a-6c31-407b-a82c-fce6695e284c" providerId="ADAL" clId="{6B4CB06F-29E1-49E8-AA2F-0097B2FB4188}" dt="2022-11-18T08:48:39.416" v="4863" actId="20577"/>
          <ac:spMkLst>
            <pc:docMk/>
            <pc:sldMk cId="3587571564" sldId="472"/>
            <ac:spMk id="147" creationId="{19FA816B-368E-F5E9-54BE-4F54EFE8B1E0}"/>
          </ac:spMkLst>
        </pc:spChg>
        <pc:grpChg chg="add del mod">
          <ac:chgData name="FRABOULET Xavier" userId="18e1457a-6c31-407b-a82c-fce6695e284c" providerId="ADAL" clId="{6B4CB06F-29E1-49E8-AA2F-0097B2FB4188}" dt="2022-11-18T10:06:10.810" v="5037"/>
          <ac:grpSpMkLst>
            <pc:docMk/>
            <pc:sldMk cId="3587571564" sldId="472"/>
            <ac:grpSpMk id="11" creationId="{836AD81C-67BA-95CF-F896-01E8BAE1986E}"/>
          </ac:grpSpMkLst>
        </pc:grpChg>
        <pc:picChg chg="add del mod">
          <ac:chgData name="FRABOULET Xavier" userId="18e1457a-6c31-407b-a82c-fce6695e284c" providerId="ADAL" clId="{6B4CB06F-29E1-49E8-AA2F-0097B2FB4188}" dt="2022-11-18T10:06:09.221" v="5035" actId="478"/>
          <ac:picMkLst>
            <pc:docMk/>
            <pc:sldMk cId="3587571564" sldId="472"/>
            <ac:picMk id="2" creationId="{4B7A37EB-BAA3-3BB8-A5F1-862C7E4338A6}"/>
          </ac:picMkLst>
        </pc:picChg>
        <pc:picChg chg="add del mod">
          <ac:chgData name="FRABOULET Xavier" userId="18e1457a-6c31-407b-a82c-fce6695e284c" providerId="ADAL" clId="{6B4CB06F-29E1-49E8-AA2F-0097B2FB4188}" dt="2022-11-18T10:06:10.810" v="5037"/>
          <ac:picMkLst>
            <pc:docMk/>
            <pc:sldMk cId="3587571564" sldId="472"/>
            <ac:picMk id="7" creationId="{4254E7C9-513B-1F1D-3F9F-5F835B36A4A5}"/>
          </ac:picMkLst>
        </pc:picChg>
        <pc:picChg chg="add del mod">
          <ac:chgData name="FRABOULET Xavier" userId="18e1457a-6c31-407b-a82c-fce6695e284c" providerId="ADAL" clId="{6B4CB06F-29E1-49E8-AA2F-0097B2FB4188}" dt="2022-11-18T10:06:10.810" v="5037"/>
          <ac:picMkLst>
            <pc:docMk/>
            <pc:sldMk cId="3587571564" sldId="472"/>
            <ac:picMk id="8" creationId="{0BE1F397-6103-A9EE-FAD6-ABDB21D483F0}"/>
          </ac:picMkLst>
        </pc:picChg>
        <pc:picChg chg="add del mod">
          <ac:chgData name="FRABOULET Xavier" userId="18e1457a-6c31-407b-a82c-fce6695e284c" providerId="ADAL" clId="{6B4CB06F-29E1-49E8-AA2F-0097B2FB4188}" dt="2022-11-18T10:06:10.810" v="5037"/>
          <ac:picMkLst>
            <pc:docMk/>
            <pc:sldMk cId="3587571564" sldId="472"/>
            <ac:picMk id="9" creationId="{448FB68C-2561-C1D6-AEAF-2DE69816CCEB}"/>
          </ac:picMkLst>
        </pc:picChg>
        <pc:picChg chg="add del mod">
          <ac:chgData name="FRABOULET Xavier" userId="18e1457a-6c31-407b-a82c-fce6695e284c" providerId="ADAL" clId="{6B4CB06F-29E1-49E8-AA2F-0097B2FB4188}" dt="2022-11-18T10:06:10.810" v="5037"/>
          <ac:picMkLst>
            <pc:docMk/>
            <pc:sldMk cId="3587571564" sldId="472"/>
            <ac:picMk id="10" creationId="{360A4C54-45B9-4711-7A85-C34103282D49}"/>
          </ac:picMkLst>
        </pc:picChg>
        <pc:picChg chg="mod">
          <ac:chgData name="FRABOULET Xavier" userId="18e1457a-6c31-407b-a82c-fce6695e284c" providerId="ADAL" clId="{6B4CB06F-29E1-49E8-AA2F-0097B2FB4188}" dt="2022-11-18T10:06:09.499" v="5036"/>
          <ac:picMkLst>
            <pc:docMk/>
            <pc:sldMk cId="3587571564" sldId="472"/>
            <ac:picMk id="12" creationId="{191A113C-15E1-768C-8AEA-7FA291AF7295}"/>
          </ac:picMkLst>
        </pc:picChg>
        <pc:picChg chg="mod">
          <ac:chgData name="FRABOULET Xavier" userId="18e1457a-6c31-407b-a82c-fce6695e284c" providerId="ADAL" clId="{6B4CB06F-29E1-49E8-AA2F-0097B2FB4188}" dt="2022-11-18T10:06:09.499" v="5036"/>
          <ac:picMkLst>
            <pc:docMk/>
            <pc:sldMk cId="3587571564" sldId="472"/>
            <ac:picMk id="13" creationId="{ED8BBDA7-A21C-6B6C-8E33-45CE32B44DF9}"/>
          </ac:picMkLst>
        </pc:picChg>
        <pc:picChg chg="mod">
          <ac:chgData name="FRABOULET Xavier" userId="18e1457a-6c31-407b-a82c-fce6695e284c" providerId="ADAL" clId="{6B4CB06F-29E1-49E8-AA2F-0097B2FB4188}" dt="2022-11-18T10:06:09.499" v="5036"/>
          <ac:picMkLst>
            <pc:docMk/>
            <pc:sldMk cId="3587571564" sldId="472"/>
            <ac:picMk id="14" creationId="{6E0B6C0A-ACE5-0CC2-D340-3C2C71C29105}"/>
          </ac:picMkLst>
        </pc:picChg>
        <pc:picChg chg="add del mod">
          <ac:chgData name="FRABOULET Xavier" userId="18e1457a-6c31-407b-a82c-fce6695e284c" providerId="ADAL" clId="{6B4CB06F-29E1-49E8-AA2F-0097B2FB4188}" dt="2022-11-18T10:06:10.810" v="5037"/>
          <ac:picMkLst>
            <pc:docMk/>
            <pc:sldMk cId="3587571564" sldId="472"/>
            <ac:picMk id="15" creationId="{D1D9B071-3E1E-7F82-FB73-2C23E6072AD7}"/>
          </ac:picMkLst>
        </pc:picChg>
        <pc:picChg chg="add del mod">
          <ac:chgData name="FRABOULET Xavier" userId="18e1457a-6c31-407b-a82c-fce6695e284c" providerId="ADAL" clId="{6B4CB06F-29E1-49E8-AA2F-0097B2FB4188}" dt="2022-11-18T10:06:10.810" v="5037"/>
          <ac:picMkLst>
            <pc:docMk/>
            <pc:sldMk cId="3587571564" sldId="472"/>
            <ac:picMk id="17" creationId="{B0C5FBE7-1BB8-B393-7CBC-F991D7C5BA4B}"/>
          </ac:picMkLst>
        </pc:picChg>
        <pc:picChg chg="add del mod">
          <ac:chgData name="FRABOULET Xavier" userId="18e1457a-6c31-407b-a82c-fce6695e284c" providerId="ADAL" clId="{6B4CB06F-29E1-49E8-AA2F-0097B2FB4188}" dt="2022-11-18T10:06:10.810" v="5037"/>
          <ac:picMkLst>
            <pc:docMk/>
            <pc:sldMk cId="3587571564" sldId="472"/>
            <ac:picMk id="19" creationId="{E390D0AA-87E4-9288-70E0-D4421EAB5FA9}"/>
          </ac:picMkLst>
        </pc:picChg>
        <pc:picChg chg="add del mod">
          <ac:chgData name="FRABOULET Xavier" userId="18e1457a-6c31-407b-a82c-fce6695e284c" providerId="ADAL" clId="{6B4CB06F-29E1-49E8-AA2F-0097B2FB4188}" dt="2022-11-18T10:06:10.810" v="5037"/>
          <ac:picMkLst>
            <pc:docMk/>
            <pc:sldMk cId="3587571564" sldId="472"/>
            <ac:picMk id="20" creationId="{3E9ED5E4-72ED-8B22-A046-E0CC20CF20CA}"/>
          </ac:picMkLst>
        </pc:picChg>
        <pc:picChg chg="add mod">
          <ac:chgData name="FRABOULET Xavier" userId="18e1457a-6c31-407b-a82c-fce6695e284c" providerId="ADAL" clId="{6B4CB06F-29E1-49E8-AA2F-0097B2FB4188}" dt="2022-11-18T10:06:22.389" v="5041" actId="1076"/>
          <ac:picMkLst>
            <pc:docMk/>
            <pc:sldMk cId="3587571564" sldId="472"/>
            <ac:picMk id="28" creationId="{539940BA-59C5-CB58-2A3A-5E576E4AF416}"/>
          </ac:picMkLst>
        </pc:picChg>
        <pc:picChg chg="del">
          <ac:chgData name="FRABOULET Xavier" userId="18e1457a-6c31-407b-a82c-fce6695e284c" providerId="ADAL" clId="{6B4CB06F-29E1-49E8-AA2F-0097B2FB4188}" dt="2022-11-16T16:58:21.546" v="2261" actId="478"/>
          <ac:picMkLst>
            <pc:docMk/>
            <pc:sldMk cId="3587571564" sldId="472"/>
            <ac:picMk id="146" creationId="{92023458-BBA6-87FD-D227-4E94BD9F1EAE}"/>
          </ac:picMkLst>
        </pc:picChg>
        <pc:cxnChg chg="add del mod">
          <ac:chgData name="FRABOULET Xavier" userId="18e1457a-6c31-407b-a82c-fce6695e284c" providerId="ADAL" clId="{6B4CB06F-29E1-49E8-AA2F-0097B2FB4188}" dt="2022-11-18T10:06:10.810" v="5037"/>
          <ac:cxnSpMkLst>
            <pc:docMk/>
            <pc:sldMk cId="3587571564" sldId="472"/>
            <ac:cxnSpMk id="21" creationId="{CC34C40E-0C6D-1F03-5A9C-788A566C1B8A}"/>
          </ac:cxnSpMkLst>
        </pc:cxnChg>
      </pc:sldChg>
      <pc:sldChg chg="addSp delSp modSp add mod modNotesTx">
        <pc:chgData name="FRABOULET Xavier" userId="18e1457a-6c31-407b-a82c-fce6695e284c" providerId="ADAL" clId="{6B4CB06F-29E1-49E8-AA2F-0097B2FB4188}" dt="2022-11-18T10:05:46.637" v="5034" actId="1076"/>
        <pc:sldMkLst>
          <pc:docMk/>
          <pc:sldMk cId="3133754908" sldId="473"/>
        </pc:sldMkLst>
        <pc:spChg chg="mod">
          <ac:chgData name="FRABOULET Xavier" userId="18e1457a-6c31-407b-a82c-fce6695e284c" providerId="ADAL" clId="{6B4CB06F-29E1-49E8-AA2F-0097B2FB4188}" dt="2022-11-16T17:03:45.528" v="2332" actId="20577"/>
          <ac:spMkLst>
            <pc:docMk/>
            <pc:sldMk cId="3133754908" sldId="473"/>
            <ac:spMk id="5" creationId="{EC25E204-CDAD-E0F1-FA01-4B1AF9248614}"/>
          </ac:spMkLst>
        </pc:spChg>
        <pc:spChg chg="add del mod">
          <ac:chgData name="FRABOULET Xavier" userId="18e1457a-6c31-407b-a82c-fce6695e284c" providerId="ADAL" clId="{6B4CB06F-29E1-49E8-AA2F-0097B2FB4188}" dt="2022-11-16T17:04:00.895" v="2335"/>
          <ac:spMkLst>
            <pc:docMk/>
            <pc:sldMk cId="3133754908" sldId="473"/>
            <ac:spMk id="18" creationId="{4D63D279-6CA8-2D86-3A51-5E4CEE73CEBB}"/>
          </ac:spMkLst>
        </pc:spChg>
        <pc:spChg chg="add del mod">
          <ac:chgData name="FRABOULET Xavier" userId="18e1457a-6c31-407b-a82c-fce6695e284c" providerId="ADAL" clId="{6B4CB06F-29E1-49E8-AA2F-0097B2FB4188}" dt="2022-11-16T17:04:00.895" v="2335"/>
          <ac:spMkLst>
            <pc:docMk/>
            <pc:sldMk cId="3133754908" sldId="473"/>
            <ac:spMk id="20" creationId="{83800877-B558-8826-5707-75767F562554}"/>
          </ac:spMkLst>
        </pc:spChg>
        <pc:spChg chg="add del mod">
          <ac:chgData name="FRABOULET Xavier" userId="18e1457a-6c31-407b-a82c-fce6695e284c" providerId="ADAL" clId="{6B4CB06F-29E1-49E8-AA2F-0097B2FB4188}" dt="2022-11-16T17:04:00.895" v="2335"/>
          <ac:spMkLst>
            <pc:docMk/>
            <pc:sldMk cId="3133754908" sldId="473"/>
            <ac:spMk id="22" creationId="{C481EDD8-0A28-73EB-8645-318A302F402B}"/>
          </ac:spMkLst>
        </pc:spChg>
        <pc:spChg chg="add del mod">
          <ac:chgData name="FRABOULET Xavier" userId="18e1457a-6c31-407b-a82c-fce6695e284c" providerId="ADAL" clId="{6B4CB06F-29E1-49E8-AA2F-0097B2FB4188}" dt="2022-11-16T17:04:00.895" v="2335"/>
          <ac:spMkLst>
            <pc:docMk/>
            <pc:sldMk cId="3133754908" sldId="473"/>
            <ac:spMk id="23" creationId="{11BB9E6E-B6D8-5010-0316-F03D14EDA2F9}"/>
          </ac:spMkLst>
        </pc:spChg>
        <pc:spChg chg="add del mod">
          <ac:chgData name="FRABOULET Xavier" userId="18e1457a-6c31-407b-a82c-fce6695e284c" providerId="ADAL" clId="{6B4CB06F-29E1-49E8-AA2F-0097B2FB4188}" dt="2022-11-16T17:04:00.895" v="2335"/>
          <ac:spMkLst>
            <pc:docMk/>
            <pc:sldMk cId="3133754908" sldId="473"/>
            <ac:spMk id="24" creationId="{1DBCA37C-8255-2E69-0172-565525D3BD4C}"/>
          </ac:spMkLst>
        </pc:spChg>
        <pc:spChg chg="add del mod">
          <ac:chgData name="FRABOULET Xavier" userId="18e1457a-6c31-407b-a82c-fce6695e284c" providerId="ADAL" clId="{6B4CB06F-29E1-49E8-AA2F-0097B2FB4188}" dt="2022-11-16T17:04:00.895" v="2335"/>
          <ac:spMkLst>
            <pc:docMk/>
            <pc:sldMk cId="3133754908" sldId="473"/>
            <ac:spMk id="25" creationId="{51AE0E17-A90A-6CB5-9C4C-06B924B7EA09}"/>
          </ac:spMkLst>
        </pc:spChg>
        <pc:spChg chg="add del mod">
          <ac:chgData name="FRABOULET Xavier" userId="18e1457a-6c31-407b-a82c-fce6695e284c" providerId="ADAL" clId="{6B4CB06F-29E1-49E8-AA2F-0097B2FB4188}" dt="2022-11-16T17:04:00.895" v="2335"/>
          <ac:spMkLst>
            <pc:docMk/>
            <pc:sldMk cId="3133754908" sldId="473"/>
            <ac:spMk id="26" creationId="{E1CEA709-AB67-FC52-897A-A1964BA65A58}"/>
          </ac:spMkLst>
        </pc:spChg>
        <pc:spChg chg="add del mod">
          <ac:chgData name="FRABOULET Xavier" userId="18e1457a-6c31-407b-a82c-fce6695e284c" providerId="ADAL" clId="{6B4CB06F-29E1-49E8-AA2F-0097B2FB4188}" dt="2022-11-16T17:04:00.895" v="2335"/>
          <ac:spMkLst>
            <pc:docMk/>
            <pc:sldMk cId="3133754908" sldId="473"/>
            <ac:spMk id="27" creationId="{C29D21CA-C334-9781-EC66-B49E51365666}"/>
          </ac:spMkLst>
        </pc:spChg>
        <pc:spChg chg="mod">
          <ac:chgData name="FRABOULET Xavier" userId="18e1457a-6c31-407b-a82c-fce6695e284c" providerId="ADAL" clId="{6B4CB06F-29E1-49E8-AA2F-0097B2FB4188}" dt="2022-11-17T16:31:01.740" v="4022" actId="20577"/>
          <ac:spMkLst>
            <pc:docMk/>
            <pc:sldMk cId="3133754908" sldId="473"/>
            <ac:spMk id="147" creationId="{19FA816B-368E-F5E9-54BE-4F54EFE8B1E0}"/>
          </ac:spMkLst>
        </pc:spChg>
        <pc:grpChg chg="add del mod">
          <ac:chgData name="FRABOULET Xavier" userId="18e1457a-6c31-407b-a82c-fce6695e284c" providerId="ADAL" clId="{6B4CB06F-29E1-49E8-AA2F-0097B2FB4188}" dt="2022-11-16T17:04:00.895" v="2335"/>
          <ac:grpSpMkLst>
            <pc:docMk/>
            <pc:sldMk cId="3133754908" sldId="473"/>
            <ac:grpSpMk id="13" creationId="{41083641-FB9A-0744-B3BB-301EAA4B1451}"/>
          </ac:grpSpMkLst>
        </pc:grpChg>
        <pc:picChg chg="del">
          <ac:chgData name="FRABOULET Xavier" userId="18e1457a-6c31-407b-a82c-fce6695e284c" providerId="ADAL" clId="{6B4CB06F-29E1-49E8-AA2F-0097B2FB4188}" dt="2022-11-16T17:03:59.829" v="2333" actId="478"/>
          <ac:picMkLst>
            <pc:docMk/>
            <pc:sldMk cId="3133754908" sldId="473"/>
            <ac:picMk id="2" creationId="{4B7A37EB-BAA3-3BB8-A5F1-862C7E4338A6}"/>
          </ac:picMkLst>
        </pc:picChg>
        <pc:picChg chg="add mod">
          <ac:chgData name="FRABOULET Xavier" userId="18e1457a-6c31-407b-a82c-fce6695e284c" providerId="ADAL" clId="{6B4CB06F-29E1-49E8-AA2F-0097B2FB4188}" dt="2022-11-18T10:05:46.637" v="5034" actId="1076"/>
          <ac:picMkLst>
            <pc:docMk/>
            <pc:sldMk cId="3133754908" sldId="473"/>
            <ac:picMk id="2" creationId="{DD25A789-81F1-A6BE-5703-0F27FF2FFAA4}"/>
          </ac:picMkLst>
        </pc:picChg>
        <pc:picChg chg="add del mod">
          <ac:chgData name="FRABOULET Xavier" userId="18e1457a-6c31-407b-a82c-fce6695e284c" providerId="ADAL" clId="{6B4CB06F-29E1-49E8-AA2F-0097B2FB4188}" dt="2022-11-16T17:04:00.895" v="2335"/>
          <ac:picMkLst>
            <pc:docMk/>
            <pc:sldMk cId="3133754908" sldId="473"/>
            <ac:picMk id="7" creationId="{9BD6A757-3502-9C56-5C86-90789B0F3A5E}"/>
          </ac:picMkLst>
        </pc:picChg>
        <pc:picChg chg="add del mod">
          <ac:chgData name="FRABOULET Xavier" userId="18e1457a-6c31-407b-a82c-fce6695e284c" providerId="ADAL" clId="{6B4CB06F-29E1-49E8-AA2F-0097B2FB4188}" dt="2022-11-16T17:04:00.895" v="2335"/>
          <ac:picMkLst>
            <pc:docMk/>
            <pc:sldMk cId="3133754908" sldId="473"/>
            <ac:picMk id="8" creationId="{DE73CAF3-261C-0EAB-67C2-407A25932724}"/>
          </ac:picMkLst>
        </pc:picChg>
        <pc:picChg chg="add del mod">
          <ac:chgData name="FRABOULET Xavier" userId="18e1457a-6c31-407b-a82c-fce6695e284c" providerId="ADAL" clId="{6B4CB06F-29E1-49E8-AA2F-0097B2FB4188}" dt="2022-11-16T17:04:00.895" v="2335"/>
          <ac:picMkLst>
            <pc:docMk/>
            <pc:sldMk cId="3133754908" sldId="473"/>
            <ac:picMk id="9" creationId="{F257F390-11BC-67D0-CE25-5C54B1445664}"/>
          </ac:picMkLst>
        </pc:picChg>
        <pc:picChg chg="add del mod">
          <ac:chgData name="FRABOULET Xavier" userId="18e1457a-6c31-407b-a82c-fce6695e284c" providerId="ADAL" clId="{6B4CB06F-29E1-49E8-AA2F-0097B2FB4188}" dt="2022-11-16T17:04:00.895" v="2335"/>
          <ac:picMkLst>
            <pc:docMk/>
            <pc:sldMk cId="3133754908" sldId="473"/>
            <ac:picMk id="10" creationId="{B8904654-7B48-5144-38A7-382BB3AA69BD}"/>
          </ac:picMkLst>
        </pc:picChg>
        <pc:picChg chg="add del mod">
          <ac:chgData name="FRABOULET Xavier" userId="18e1457a-6c31-407b-a82c-fce6695e284c" providerId="ADAL" clId="{6B4CB06F-29E1-49E8-AA2F-0097B2FB4188}" dt="2022-11-16T17:04:00.895" v="2335"/>
          <ac:picMkLst>
            <pc:docMk/>
            <pc:sldMk cId="3133754908" sldId="473"/>
            <ac:picMk id="12" creationId="{B52EC322-B19D-1A8D-5891-4EE482DC4633}"/>
          </ac:picMkLst>
        </pc:picChg>
        <pc:picChg chg="mod">
          <ac:chgData name="FRABOULET Xavier" userId="18e1457a-6c31-407b-a82c-fce6695e284c" providerId="ADAL" clId="{6B4CB06F-29E1-49E8-AA2F-0097B2FB4188}" dt="2022-11-16T17:04:00.198" v="2334"/>
          <ac:picMkLst>
            <pc:docMk/>
            <pc:sldMk cId="3133754908" sldId="473"/>
            <ac:picMk id="14" creationId="{C3A280E6-259B-501D-BEA1-3FD6CF8F5F46}"/>
          </ac:picMkLst>
        </pc:picChg>
        <pc:picChg chg="mod">
          <ac:chgData name="FRABOULET Xavier" userId="18e1457a-6c31-407b-a82c-fce6695e284c" providerId="ADAL" clId="{6B4CB06F-29E1-49E8-AA2F-0097B2FB4188}" dt="2022-11-16T17:04:00.198" v="2334"/>
          <ac:picMkLst>
            <pc:docMk/>
            <pc:sldMk cId="3133754908" sldId="473"/>
            <ac:picMk id="15" creationId="{5CFD9B4A-5369-C8BE-DA19-B0C3150F3048}"/>
          </ac:picMkLst>
        </pc:picChg>
        <pc:picChg chg="mod">
          <ac:chgData name="FRABOULET Xavier" userId="18e1457a-6c31-407b-a82c-fce6695e284c" providerId="ADAL" clId="{6B4CB06F-29E1-49E8-AA2F-0097B2FB4188}" dt="2022-11-16T17:04:00.198" v="2334"/>
          <ac:picMkLst>
            <pc:docMk/>
            <pc:sldMk cId="3133754908" sldId="473"/>
            <ac:picMk id="16" creationId="{9CE97ECA-AF3B-B3FC-AF15-2DD857AF9C87}"/>
          </ac:picMkLst>
        </pc:picChg>
        <pc:picChg chg="add del mod">
          <ac:chgData name="FRABOULET Xavier" userId="18e1457a-6c31-407b-a82c-fce6695e284c" providerId="ADAL" clId="{6B4CB06F-29E1-49E8-AA2F-0097B2FB4188}" dt="2022-11-16T17:04:00.895" v="2335"/>
          <ac:picMkLst>
            <pc:docMk/>
            <pc:sldMk cId="3133754908" sldId="473"/>
            <ac:picMk id="17" creationId="{FF1EC5FF-2AAB-7891-B2B6-EEA673610CA0}"/>
          </ac:picMkLst>
        </pc:picChg>
        <pc:picChg chg="add del mod">
          <ac:chgData name="FRABOULET Xavier" userId="18e1457a-6c31-407b-a82c-fce6695e284c" providerId="ADAL" clId="{6B4CB06F-29E1-49E8-AA2F-0097B2FB4188}" dt="2022-11-16T17:04:00.895" v="2335"/>
          <ac:picMkLst>
            <pc:docMk/>
            <pc:sldMk cId="3133754908" sldId="473"/>
            <ac:picMk id="19" creationId="{C42431FF-4CED-C549-E221-B5480B0828A5}"/>
          </ac:picMkLst>
        </pc:picChg>
        <pc:picChg chg="add del mod">
          <ac:chgData name="FRABOULET Xavier" userId="18e1457a-6c31-407b-a82c-fce6695e284c" providerId="ADAL" clId="{6B4CB06F-29E1-49E8-AA2F-0097B2FB4188}" dt="2022-11-16T17:04:00.895" v="2335"/>
          <ac:picMkLst>
            <pc:docMk/>
            <pc:sldMk cId="3133754908" sldId="473"/>
            <ac:picMk id="21" creationId="{9A963C8C-B2A9-FF05-3CE1-5EB276BCFD04}"/>
          </ac:picMkLst>
        </pc:picChg>
        <pc:picChg chg="add del mod">
          <ac:chgData name="FRABOULET Xavier" userId="18e1457a-6c31-407b-a82c-fce6695e284c" providerId="ADAL" clId="{6B4CB06F-29E1-49E8-AA2F-0097B2FB4188}" dt="2022-11-18T10:05:35.809" v="5031" actId="478"/>
          <ac:picMkLst>
            <pc:docMk/>
            <pc:sldMk cId="3133754908" sldId="473"/>
            <ac:picMk id="28" creationId="{9DC0D964-F3F3-644D-DC39-69B34A57D38C}"/>
          </ac:picMkLst>
        </pc:picChg>
        <pc:cxnChg chg="add del mod">
          <ac:chgData name="FRABOULET Xavier" userId="18e1457a-6c31-407b-a82c-fce6695e284c" providerId="ADAL" clId="{6B4CB06F-29E1-49E8-AA2F-0097B2FB4188}" dt="2022-11-16T17:04:00.895" v="2335"/>
          <ac:cxnSpMkLst>
            <pc:docMk/>
            <pc:sldMk cId="3133754908" sldId="473"/>
            <ac:cxnSpMk id="11" creationId="{F3E375AC-3584-7AE1-380C-995F8429D2AA}"/>
          </ac:cxnSpMkLst>
        </pc:cxnChg>
      </pc:sldChg>
      <pc:sldChg chg="modSp new mod modNotesTx">
        <pc:chgData name="FRABOULET Xavier" userId="18e1457a-6c31-407b-a82c-fce6695e284c" providerId="ADAL" clId="{6B4CB06F-29E1-49E8-AA2F-0097B2FB4188}" dt="2022-11-18T10:48:46.060" v="5108"/>
        <pc:sldMkLst>
          <pc:docMk/>
          <pc:sldMk cId="2600466885" sldId="474"/>
        </pc:sldMkLst>
        <pc:spChg chg="mod">
          <ac:chgData name="FRABOULET Xavier" userId="18e1457a-6c31-407b-a82c-fce6695e284c" providerId="ADAL" clId="{6B4CB06F-29E1-49E8-AA2F-0097B2FB4188}" dt="2022-11-18T08:22:31.863" v="4498" actId="20577"/>
          <ac:spMkLst>
            <pc:docMk/>
            <pc:sldMk cId="2600466885" sldId="474"/>
            <ac:spMk id="2" creationId="{B747FA04-5950-C6F6-63EF-17FAC8D0C65B}"/>
          </ac:spMkLst>
        </pc:spChg>
        <pc:spChg chg="mod">
          <ac:chgData name="FRABOULET Xavier" userId="18e1457a-6c31-407b-a82c-fce6695e284c" providerId="ADAL" clId="{6B4CB06F-29E1-49E8-AA2F-0097B2FB4188}" dt="2022-11-16T17:39:29.695" v="3744" actId="20577"/>
          <ac:spMkLst>
            <pc:docMk/>
            <pc:sldMk cId="2600466885" sldId="474"/>
            <ac:spMk id="5" creationId="{2D9F79FE-2C9A-BAB8-E1CF-56248F3D9600}"/>
          </ac:spMkLst>
        </pc:spChg>
        <pc:spChg chg="mod">
          <ac:chgData name="FRABOULET Xavier" userId="18e1457a-6c31-407b-a82c-fce6695e284c" providerId="ADAL" clId="{6B4CB06F-29E1-49E8-AA2F-0097B2FB4188}" dt="2022-11-18T10:48:46.060" v="5108"/>
          <ac:spMkLst>
            <pc:docMk/>
            <pc:sldMk cId="2600466885" sldId="474"/>
            <ac:spMk id="6" creationId="{D9B7F1FD-1B0A-9E9D-F16C-E40EA8BE3CDE}"/>
          </ac:spMkLst>
        </pc:spChg>
      </pc:sldChg>
      <pc:sldChg chg="addSp delSp modSp add mod modNotesTx">
        <pc:chgData name="FRABOULET Xavier" userId="18e1457a-6c31-407b-a82c-fce6695e284c" providerId="ADAL" clId="{6B4CB06F-29E1-49E8-AA2F-0097B2FB4188}" dt="2022-11-22T16:41:12.820" v="8452" actId="113"/>
        <pc:sldMkLst>
          <pc:docMk/>
          <pc:sldMk cId="75108312" sldId="475"/>
        </pc:sldMkLst>
        <pc:spChg chg="del">
          <ac:chgData name="FRABOULET Xavier" userId="18e1457a-6c31-407b-a82c-fce6695e284c" providerId="ADAL" clId="{6B4CB06F-29E1-49E8-AA2F-0097B2FB4188}" dt="2022-11-18T10:49:55.351" v="5135" actId="478"/>
          <ac:spMkLst>
            <pc:docMk/>
            <pc:sldMk cId="75108312" sldId="475"/>
            <ac:spMk id="2" creationId="{B747FA04-5950-C6F6-63EF-17FAC8D0C65B}"/>
          </ac:spMkLst>
        </pc:spChg>
        <pc:spChg chg="mod">
          <ac:chgData name="FRABOULET Xavier" userId="18e1457a-6c31-407b-a82c-fce6695e284c" providerId="ADAL" clId="{6B4CB06F-29E1-49E8-AA2F-0097B2FB4188}" dt="2022-11-18T13:12:48.645" v="6082" actId="1076"/>
          <ac:spMkLst>
            <pc:docMk/>
            <pc:sldMk cId="75108312" sldId="475"/>
            <ac:spMk id="3" creationId="{10F125E5-E374-D4E7-FB36-EF68AF897C8C}"/>
          </ac:spMkLst>
        </pc:spChg>
        <pc:spChg chg="mod">
          <ac:chgData name="FRABOULET Xavier" userId="18e1457a-6c31-407b-a82c-fce6695e284c" providerId="ADAL" clId="{6B4CB06F-29E1-49E8-AA2F-0097B2FB4188}" dt="2022-11-18T13:12:48.645" v="6082" actId="1076"/>
          <ac:spMkLst>
            <pc:docMk/>
            <pc:sldMk cId="75108312" sldId="475"/>
            <ac:spMk id="4" creationId="{8250988E-3480-5411-8F2E-260A5DC5BB2F}"/>
          </ac:spMkLst>
        </pc:spChg>
        <pc:spChg chg="mod">
          <ac:chgData name="FRABOULET Xavier" userId="18e1457a-6c31-407b-a82c-fce6695e284c" providerId="ADAL" clId="{6B4CB06F-29E1-49E8-AA2F-0097B2FB4188}" dt="2022-11-18T13:12:43.855" v="6081" actId="1076"/>
          <ac:spMkLst>
            <pc:docMk/>
            <pc:sldMk cId="75108312" sldId="475"/>
            <ac:spMk id="5" creationId="{2D9F79FE-2C9A-BAB8-E1CF-56248F3D9600}"/>
          </ac:spMkLst>
        </pc:spChg>
        <pc:spChg chg="add del mod">
          <ac:chgData name="FRABOULET Xavier" userId="18e1457a-6c31-407b-a82c-fce6695e284c" providerId="ADAL" clId="{6B4CB06F-29E1-49E8-AA2F-0097B2FB4188}" dt="2022-11-18T10:49:56.833" v="5136" actId="478"/>
          <ac:spMkLst>
            <pc:docMk/>
            <pc:sldMk cId="75108312" sldId="475"/>
            <ac:spMk id="8" creationId="{F99D4E14-1663-C539-2982-9C2D6C2EA3D4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14" creationId="{56E32DA1-DD70-21DC-14B7-55A9EDCE76C7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15" creationId="{6F17EFFB-F24B-877F-C583-25CBED04F71E}"/>
          </ac:spMkLst>
        </pc:spChg>
        <pc:spChg chg="mod">
          <ac:chgData name="FRABOULET Xavier" userId="18e1457a-6c31-407b-a82c-fce6695e284c" providerId="ADAL" clId="{6B4CB06F-29E1-49E8-AA2F-0097B2FB4188}" dt="2022-11-18T11:08:39.747" v="5358" actId="6549"/>
          <ac:spMkLst>
            <pc:docMk/>
            <pc:sldMk cId="75108312" sldId="475"/>
            <ac:spMk id="16" creationId="{BCE6B78B-D9B3-EDA6-3D85-B0E22210094F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17" creationId="{BD9773EF-5871-2783-C595-762BEAE914CD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18" creationId="{1EAE4A9D-87EB-570B-0EB6-699CE1832B16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19" creationId="{78514BA4-11AB-6F56-270C-979C4AD27686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20" creationId="{E81E62B6-445F-2EEB-6249-12BBE08117F2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21" creationId="{28B87EC5-E2F4-965D-A961-6B89030DC1E3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22" creationId="{E6B8A453-D5E4-3909-DCF9-E27B1CAAA6AA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23" creationId="{85BF853F-F676-67AD-6137-182B3C9DB42A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24" creationId="{4CA8DC10-1919-D320-027A-197FE1E86FFE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25" creationId="{9F45E2FB-BECE-90DF-838A-81BD90DF081E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26" creationId="{51CA36BE-5F3B-1947-F094-628E6DAE83D8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27" creationId="{60821531-2247-2849-B927-100870D631FF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29" creationId="{FB1A9D05-AEF6-8F61-F4B9-4478F36D3112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0" creationId="{87AF4BE0-19A0-AB1A-9AB8-C52EBF9147D5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1" creationId="{039AD7E8-88AF-30F7-18B3-97A3FF93E51D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2" creationId="{173BA5D0-9263-9B71-DDFB-E1CD04CDA8E7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3" creationId="{35E3930E-392C-5181-9D81-0AC345548096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4" creationId="{E33F1E9C-9DDB-31A3-B325-CE9D2B1065EB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5" creationId="{EBBD22CE-10F5-E9B2-B202-30F63F2CF1BC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6" creationId="{5262F6D8-9F85-232D-E418-133A14B2A4D4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7" creationId="{77753CC9-5103-26D4-0BD6-ACE2517E71FD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8" creationId="{0F735EEB-00B5-8133-7732-2F469465FD2D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39" creationId="{366F1F28-DA2F-D623-918F-350BBA258454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40" creationId="{20794877-3269-8EEC-4EA1-4677C513F88D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41" creationId="{AF682FFB-AD76-92C3-0E60-659B9F19F2A2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43" creationId="{ABB4AB57-69ED-E4BE-B98B-E02EA7FE2D99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45" creationId="{0CC95093-6CBB-324C-ED0C-52BADA9BEA13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46" creationId="{3689E963-8550-DA40-84E2-C49CD69823B2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47" creationId="{2C8ABD3A-B66B-7C4D-87A9-661860444B5C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48" creationId="{3EF2E3FA-FC6D-17CA-FF9C-4B296BB78ABC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49" creationId="{CFADBAC9-ABD1-5CE4-DD1B-48988CFB648D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50" creationId="{0239337B-AA7F-7EAA-5448-2228FA861140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51" creationId="{AED90C9B-B60A-4D07-B55D-B61A8ED29679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52" creationId="{9C4736E5-8838-928A-6F0A-35FBAD8C24EF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53" creationId="{BBC46E88-93A9-A5E7-027A-92E3ABA2F7F1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54" creationId="{AA479104-3DDD-7B0C-3D93-FB06FE5C02B7}"/>
          </ac:spMkLst>
        </pc:spChg>
        <pc:spChg chg="mod">
          <ac:chgData name="FRABOULET Xavier" userId="18e1457a-6c31-407b-a82c-fce6695e284c" providerId="ADAL" clId="{6B4CB06F-29E1-49E8-AA2F-0097B2FB4188}" dt="2022-11-18T11:06:23.926" v="5328" actId="165"/>
          <ac:spMkLst>
            <pc:docMk/>
            <pc:sldMk cId="75108312" sldId="475"/>
            <ac:spMk id="55" creationId="{90300353-FD97-2136-C431-2A35C8BF8F1C}"/>
          </ac:spMkLst>
        </pc:spChg>
        <pc:spChg chg="mod topLvl">
          <ac:chgData name="FRABOULET Xavier" userId="18e1457a-6c31-407b-a82c-fce6695e284c" providerId="ADAL" clId="{6B4CB06F-29E1-49E8-AA2F-0097B2FB4188}" dt="2022-11-18T11:07:43.720" v="5341" actId="164"/>
          <ac:spMkLst>
            <pc:docMk/>
            <pc:sldMk cId="75108312" sldId="475"/>
            <ac:spMk id="56" creationId="{E216D8C1-FB6C-6A1B-064B-AF820FA55305}"/>
          </ac:spMkLst>
        </pc:spChg>
        <pc:spChg chg="mod">
          <ac:chgData name="FRABOULET Xavier" userId="18e1457a-6c31-407b-a82c-fce6695e284c" providerId="ADAL" clId="{6B4CB06F-29E1-49E8-AA2F-0097B2FB4188}" dt="2022-11-18T11:06:34.472" v="5333" actId="165"/>
          <ac:spMkLst>
            <pc:docMk/>
            <pc:sldMk cId="75108312" sldId="475"/>
            <ac:spMk id="58" creationId="{D4FB747D-1A55-A5D9-2FFB-7CCEF47BAD70}"/>
          </ac:spMkLst>
        </pc:spChg>
        <pc:spChg chg="del mod">
          <ac:chgData name="FRABOULET Xavier" userId="18e1457a-6c31-407b-a82c-fce6695e284c" providerId="ADAL" clId="{6B4CB06F-29E1-49E8-AA2F-0097B2FB4188}" dt="2022-11-18T10:58:05.729" v="5227" actId="478"/>
          <ac:spMkLst>
            <pc:docMk/>
            <pc:sldMk cId="75108312" sldId="475"/>
            <ac:spMk id="60" creationId="{D335983A-5AAF-BC06-1926-B1EEA3451E09}"/>
          </ac:spMkLst>
        </pc:spChg>
        <pc:spChg chg="mod">
          <ac:chgData name="FRABOULET Xavier" userId="18e1457a-6c31-407b-a82c-fce6695e284c" providerId="ADAL" clId="{6B4CB06F-29E1-49E8-AA2F-0097B2FB4188}" dt="2022-11-18T11:06:34.472" v="5333" actId="165"/>
          <ac:spMkLst>
            <pc:docMk/>
            <pc:sldMk cId="75108312" sldId="475"/>
            <ac:spMk id="61" creationId="{F8D6C8DB-E859-5547-11C2-D5193F01DF28}"/>
          </ac:spMkLst>
        </pc:spChg>
        <pc:spChg chg="mod">
          <ac:chgData name="FRABOULET Xavier" userId="18e1457a-6c31-407b-a82c-fce6695e284c" providerId="ADAL" clId="{6B4CB06F-29E1-49E8-AA2F-0097B2FB4188}" dt="2022-11-18T11:06:34.472" v="5333" actId="165"/>
          <ac:spMkLst>
            <pc:docMk/>
            <pc:sldMk cId="75108312" sldId="475"/>
            <ac:spMk id="62" creationId="{00C7255B-8880-24B9-9392-ACD9A6CCAE4A}"/>
          </ac:spMkLst>
        </pc:spChg>
        <pc:spChg chg="mod">
          <ac:chgData name="FRABOULET Xavier" userId="18e1457a-6c31-407b-a82c-fce6695e284c" providerId="ADAL" clId="{6B4CB06F-29E1-49E8-AA2F-0097B2FB4188}" dt="2022-11-18T11:06:34.472" v="5333" actId="165"/>
          <ac:spMkLst>
            <pc:docMk/>
            <pc:sldMk cId="75108312" sldId="475"/>
            <ac:spMk id="63" creationId="{1EA404EE-D00B-E45C-C352-9DCB663C1AA9}"/>
          </ac:spMkLst>
        </pc:spChg>
        <pc:spChg chg="mod">
          <ac:chgData name="FRABOULET Xavier" userId="18e1457a-6c31-407b-a82c-fce6695e284c" providerId="ADAL" clId="{6B4CB06F-29E1-49E8-AA2F-0097B2FB4188}" dt="2022-11-18T11:06:34.472" v="5333" actId="165"/>
          <ac:spMkLst>
            <pc:docMk/>
            <pc:sldMk cId="75108312" sldId="475"/>
            <ac:spMk id="64" creationId="{193E1E77-8023-DF5A-9676-B668654995C8}"/>
          </ac:spMkLst>
        </pc:spChg>
        <pc:spChg chg="mod">
          <ac:chgData name="FRABOULET Xavier" userId="18e1457a-6c31-407b-a82c-fce6695e284c" providerId="ADAL" clId="{6B4CB06F-29E1-49E8-AA2F-0097B2FB4188}" dt="2022-11-18T11:06:34.472" v="5333" actId="165"/>
          <ac:spMkLst>
            <pc:docMk/>
            <pc:sldMk cId="75108312" sldId="475"/>
            <ac:spMk id="65" creationId="{754D9A2C-AA21-7B65-79E3-F4D1B41E7399}"/>
          </ac:spMkLst>
        </pc:spChg>
        <pc:spChg chg="mod">
          <ac:chgData name="FRABOULET Xavier" userId="18e1457a-6c31-407b-a82c-fce6695e284c" providerId="ADAL" clId="{6B4CB06F-29E1-49E8-AA2F-0097B2FB4188}" dt="2022-11-18T11:06:34.472" v="5333" actId="165"/>
          <ac:spMkLst>
            <pc:docMk/>
            <pc:sldMk cId="75108312" sldId="475"/>
            <ac:spMk id="66" creationId="{DA6F5300-89B6-0DD1-4B13-6C7E4CD142EA}"/>
          </ac:spMkLst>
        </pc:spChg>
        <pc:spChg chg="mod">
          <ac:chgData name="FRABOULET Xavier" userId="18e1457a-6c31-407b-a82c-fce6695e284c" providerId="ADAL" clId="{6B4CB06F-29E1-49E8-AA2F-0097B2FB4188}" dt="2022-11-18T11:06:34.472" v="5333" actId="165"/>
          <ac:spMkLst>
            <pc:docMk/>
            <pc:sldMk cId="75108312" sldId="475"/>
            <ac:spMk id="67" creationId="{BD14C32B-434F-46C9-39ED-8CB6E08D3110}"/>
          </ac:spMkLst>
        </pc:spChg>
        <pc:spChg chg="mod">
          <ac:chgData name="FRABOULET Xavier" userId="18e1457a-6c31-407b-a82c-fce6695e284c" providerId="ADAL" clId="{6B4CB06F-29E1-49E8-AA2F-0097B2FB4188}" dt="2022-11-18T11:06:34.472" v="5333" actId="165"/>
          <ac:spMkLst>
            <pc:docMk/>
            <pc:sldMk cId="75108312" sldId="475"/>
            <ac:spMk id="68" creationId="{E673709C-2C33-6DFF-C046-B536662BC85B}"/>
          </ac:spMkLst>
        </pc:spChg>
        <pc:spChg chg="del mod">
          <ac:chgData name="FRABOULET Xavier" userId="18e1457a-6c31-407b-a82c-fce6695e284c" providerId="ADAL" clId="{6B4CB06F-29E1-49E8-AA2F-0097B2FB4188}" dt="2022-11-18T10:51:53.164" v="5156" actId="478"/>
          <ac:spMkLst>
            <pc:docMk/>
            <pc:sldMk cId="75108312" sldId="475"/>
            <ac:spMk id="69" creationId="{05B147CC-0FB2-AFDB-09B4-A6B93CD715FD}"/>
          </ac:spMkLst>
        </pc:spChg>
        <pc:spChg chg="del mod">
          <ac:chgData name="FRABOULET Xavier" userId="18e1457a-6c31-407b-a82c-fce6695e284c" providerId="ADAL" clId="{6B4CB06F-29E1-49E8-AA2F-0097B2FB4188}" dt="2022-11-18T10:51:43.201" v="5155" actId="478"/>
          <ac:spMkLst>
            <pc:docMk/>
            <pc:sldMk cId="75108312" sldId="475"/>
            <ac:spMk id="70" creationId="{92B68A64-4E92-3B06-25E9-4DCDEF409961}"/>
          </ac:spMkLst>
        </pc:spChg>
        <pc:spChg chg="add mod">
          <ac:chgData name="FRABOULET Xavier" userId="18e1457a-6c31-407b-a82c-fce6695e284c" providerId="ADAL" clId="{6B4CB06F-29E1-49E8-AA2F-0097B2FB4188}" dt="2022-11-18T13:13:19.403" v="6089" actId="14100"/>
          <ac:spMkLst>
            <pc:docMk/>
            <pc:sldMk cId="75108312" sldId="475"/>
            <ac:spMk id="71" creationId="{92BEDA57-D322-F5B8-8938-A2FE1B505F35}"/>
          </ac:spMkLst>
        </pc:spChg>
        <pc:spChg chg="add mod">
          <ac:chgData name="FRABOULET Xavier" userId="18e1457a-6c31-407b-a82c-fce6695e284c" providerId="ADAL" clId="{6B4CB06F-29E1-49E8-AA2F-0097B2FB4188}" dt="2022-11-18T13:13:14.227" v="6087" actId="14100"/>
          <ac:spMkLst>
            <pc:docMk/>
            <pc:sldMk cId="75108312" sldId="475"/>
            <ac:spMk id="72" creationId="{DF3500DE-078E-D4C8-B384-8EF423D1EFBE}"/>
          </ac:spMkLst>
        </pc:spChg>
        <pc:spChg chg="add mod">
          <ac:chgData name="FRABOULET Xavier" userId="18e1457a-6c31-407b-a82c-fce6695e284c" providerId="ADAL" clId="{6B4CB06F-29E1-49E8-AA2F-0097B2FB4188}" dt="2022-11-18T13:12:53.283" v="6083" actId="1076"/>
          <ac:spMkLst>
            <pc:docMk/>
            <pc:sldMk cId="75108312" sldId="475"/>
            <ac:spMk id="73" creationId="{68C23CA0-C354-AAAD-584B-1E29647006C8}"/>
          </ac:spMkLst>
        </pc:spChg>
        <pc:spChg chg="add mod">
          <ac:chgData name="FRABOULET Xavier" userId="18e1457a-6c31-407b-a82c-fce6695e284c" providerId="ADAL" clId="{6B4CB06F-29E1-49E8-AA2F-0097B2FB4188}" dt="2022-11-18T13:13:03.707" v="6085" actId="1076"/>
          <ac:spMkLst>
            <pc:docMk/>
            <pc:sldMk cId="75108312" sldId="475"/>
            <ac:spMk id="74" creationId="{D3EF0AAF-C5B6-5F5C-2EA0-E89BED50E566}"/>
          </ac:spMkLst>
        </pc:spChg>
        <pc:spChg chg="add mod">
          <ac:chgData name="FRABOULET Xavier" userId="18e1457a-6c31-407b-a82c-fce6695e284c" providerId="ADAL" clId="{6B4CB06F-29E1-49E8-AA2F-0097B2FB4188}" dt="2022-11-22T16:41:10.476" v="8451" actId="113"/>
          <ac:spMkLst>
            <pc:docMk/>
            <pc:sldMk cId="75108312" sldId="475"/>
            <ac:spMk id="75" creationId="{FE766DBA-9324-F4B9-7F12-F1DBADA0B28C}"/>
          </ac:spMkLst>
        </pc:spChg>
        <pc:spChg chg="add mod">
          <ac:chgData name="FRABOULET Xavier" userId="18e1457a-6c31-407b-a82c-fce6695e284c" providerId="ADAL" clId="{6B4CB06F-29E1-49E8-AA2F-0097B2FB4188}" dt="2022-11-22T16:41:12.820" v="8452" actId="113"/>
          <ac:spMkLst>
            <pc:docMk/>
            <pc:sldMk cId="75108312" sldId="475"/>
            <ac:spMk id="76" creationId="{73AC0F6B-C01B-FCA8-7DF2-243DF4CB0747}"/>
          </ac:spMkLst>
        </pc:spChg>
        <pc:spChg chg="add del">
          <ac:chgData name="FRABOULET Xavier" userId="18e1457a-6c31-407b-a82c-fce6695e284c" providerId="ADAL" clId="{6B4CB06F-29E1-49E8-AA2F-0097B2FB4188}" dt="2022-11-18T11:01:56.004" v="5266" actId="478"/>
          <ac:spMkLst>
            <pc:docMk/>
            <pc:sldMk cId="75108312" sldId="475"/>
            <ac:spMk id="78" creationId="{A4829149-6A17-B3E9-3B79-B7ED3AFB2453}"/>
          </ac:spMkLst>
        </pc:spChg>
        <pc:spChg chg="add del mod topLvl">
          <ac:chgData name="FRABOULET Xavier" userId="18e1457a-6c31-407b-a82c-fce6695e284c" providerId="ADAL" clId="{6B4CB06F-29E1-49E8-AA2F-0097B2FB4188}" dt="2022-11-18T11:07:53.137" v="5343" actId="1076"/>
          <ac:spMkLst>
            <pc:docMk/>
            <pc:sldMk cId="75108312" sldId="475"/>
            <ac:spMk id="79" creationId="{F28A5070-2202-F652-5AC7-0897C4AB8B3F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82" creationId="{C06B55C8-1BCF-1AF2-B269-0CF09BC08BD0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84" creationId="{97D11A68-7984-9B94-E05E-86F221519165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86" creationId="{EAF17A34-2326-58B0-39BA-36450AAE7271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87" creationId="{B286E567-2816-E3C6-022D-D3A167F0C64F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88" creationId="{AF8D67A8-F71F-4DCF-DB9B-F95D87F4A840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89" creationId="{33D7B793-7255-405C-D70C-733EB808F8FD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90" creationId="{9F93B584-8B3F-02FB-2E55-9B49FA9BC512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91" creationId="{7950C48C-3F7F-0823-DE42-71486AE98A16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92" creationId="{AD0ABEEE-9E26-F752-AD56-161B71F98E70}"/>
          </ac:spMkLst>
        </pc:spChg>
        <pc:spChg chg="mod">
          <ac:chgData name="FRABOULET Xavier" userId="18e1457a-6c31-407b-a82c-fce6695e284c" providerId="ADAL" clId="{6B4CB06F-29E1-49E8-AA2F-0097B2FB4188}" dt="2022-11-18T11:02:16.781" v="5272"/>
          <ac:spMkLst>
            <pc:docMk/>
            <pc:sldMk cId="75108312" sldId="475"/>
            <ac:spMk id="93" creationId="{3A3163DF-6EAD-C4BE-D438-8836E60B5E29}"/>
          </ac:spMkLst>
        </pc:spChg>
        <pc:spChg chg="add del mod">
          <ac:chgData name="FRABOULET Xavier" userId="18e1457a-6c31-407b-a82c-fce6695e284c" providerId="ADAL" clId="{6B4CB06F-29E1-49E8-AA2F-0097B2FB4188}" dt="2022-11-18T11:04:40.617" v="5300" actId="478"/>
          <ac:spMkLst>
            <pc:docMk/>
            <pc:sldMk cId="75108312" sldId="475"/>
            <ac:spMk id="94" creationId="{D819597E-FDF9-81D2-2A1A-6F46152B14D2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24" creationId="{C0B4FA6D-1687-F4AB-DCFE-6EA8F97CCAB6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27" creationId="{6ECBD473-2DD3-048F-188D-E3B87B9191CE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29" creationId="{0700DB12-E759-EB04-4DA4-F519E5B8506C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30" creationId="{30AED2C4-0472-476D-FD89-6A01CAC9D495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31" creationId="{45E279CF-2EF0-3C78-8724-289F27EF3502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32" creationId="{5034B95E-0A74-3A7F-95A8-AB34D91D7C3B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33" creationId="{4C46574D-9C1C-0D5E-C517-781E99AF00A5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34" creationId="{BB31D983-4D5D-73A7-0964-4AD86A92C14B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35" creationId="{5BCDE043-1D17-9FA7-C482-46C1773B374F}"/>
          </ac:spMkLst>
        </pc:spChg>
        <pc:spChg chg="mod">
          <ac:chgData name="FRABOULET Xavier" userId="18e1457a-6c31-407b-a82c-fce6695e284c" providerId="ADAL" clId="{6B4CB06F-29E1-49E8-AA2F-0097B2FB4188}" dt="2022-11-18T11:02:28.248" v="5274"/>
          <ac:spMkLst>
            <pc:docMk/>
            <pc:sldMk cId="75108312" sldId="475"/>
            <ac:spMk id="1036" creationId="{FE7FA607-2D83-4F8B-9D38-086A9CEAC8EF}"/>
          </ac:spMkLst>
        </pc:spChg>
        <pc:spChg chg="add del mod">
          <ac:chgData name="FRABOULET Xavier" userId="18e1457a-6c31-407b-a82c-fce6695e284c" providerId="ADAL" clId="{6B4CB06F-29E1-49E8-AA2F-0097B2FB4188}" dt="2022-11-18T11:04:40.617" v="5300" actId="478"/>
          <ac:spMkLst>
            <pc:docMk/>
            <pc:sldMk cId="75108312" sldId="475"/>
            <ac:spMk id="1037" creationId="{7807BB3B-9501-AB67-EED4-205CFC51F24C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39" creationId="{A2ACC756-F899-8F39-0E5D-A7A58A9815A9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41" creationId="{CF3C6EDB-9459-C3AB-205B-29784C8492FD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43" creationId="{2DBE8BCD-8813-4EB6-969B-9BE9D886287A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44" creationId="{5F7FC165-54F3-A6D2-0193-0DFC6D2A4944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45" creationId="{4516B53B-D35D-C8C7-F90A-083972F194DB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46" creationId="{6C79CFE7-F9D7-D413-355D-5663C5E2C1E8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47" creationId="{0AB4BBD9-4283-B3AF-6AEA-7393B65F8EEE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48" creationId="{8C6ACCF4-F893-FB7B-01D8-A6557C347891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49" creationId="{2CDCF6DB-1F3F-F349-75E2-92A0BE21B2BA}"/>
          </ac:spMkLst>
        </pc:spChg>
        <pc:spChg chg="mod">
          <ac:chgData name="FRABOULET Xavier" userId="18e1457a-6c31-407b-a82c-fce6695e284c" providerId="ADAL" clId="{6B4CB06F-29E1-49E8-AA2F-0097B2FB4188}" dt="2022-11-18T11:02:35.066" v="5276"/>
          <ac:spMkLst>
            <pc:docMk/>
            <pc:sldMk cId="75108312" sldId="475"/>
            <ac:spMk id="1050" creationId="{6A25447F-9141-A914-9AC6-C5D595122E83}"/>
          </ac:spMkLst>
        </pc:spChg>
        <pc:spChg chg="add del mod">
          <ac:chgData name="FRABOULET Xavier" userId="18e1457a-6c31-407b-a82c-fce6695e284c" providerId="ADAL" clId="{6B4CB06F-29E1-49E8-AA2F-0097B2FB4188}" dt="2022-11-18T11:04:40.617" v="5300" actId="478"/>
          <ac:spMkLst>
            <pc:docMk/>
            <pc:sldMk cId="75108312" sldId="475"/>
            <ac:spMk id="1051" creationId="{9A00A5B5-E9DE-F0BF-C189-F580AE74CFFA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53" creationId="{51FCA876-7FB8-FCDB-1D4F-AF9EF5B41158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55" creationId="{438635E2-5B62-9B9E-0C45-926E2D0D94B3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57" creationId="{92B24AE2-59C7-A91C-6B79-6030B3B801B2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58" creationId="{3F14AE4B-E347-5F8E-3D94-CAAE903F743B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59" creationId="{D1A8BF86-396D-231A-C682-63248FB7B2E7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60" creationId="{82CE365C-7B2D-4C09-C9FF-3FACC1F2F664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61" creationId="{044DFA59-8DBA-96A8-3F11-7852821078CB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62" creationId="{07158AE4-D2FA-5245-DB1B-1B60ECEB2308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63" creationId="{CB2624AB-D053-8F48-2820-4753748ED83F}"/>
          </ac:spMkLst>
        </pc:spChg>
        <pc:spChg chg="mod">
          <ac:chgData name="FRABOULET Xavier" userId="18e1457a-6c31-407b-a82c-fce6695e284c" providerId="ADAL" clId="{6B4CB06F-29E1-49E8-AA2F-0097B2FB4188}" dt="2022-11-18T11:02:49.218" v="5279"/>
          <ac:spMkLst>
            <pc:docMk/>
            <pc:sldMk cId="75108312" sldId="475"/>
            <ac:spMk id="1064" creationId="{F0D47E35-BD70-7F90-BAC4-01B3D2852520}"/>
          </ac:spMkLst>
        </pc:spChg>
        <pc:spChg chg="add del mod">
          <ac:chgData name="FRABOULET Xavier" userId="18e1457a-6c31-407b-a82c-fce6695e284c" providerId="ADAL" clId="{6B4CB06F-29E1-49E8-AA2F-0097B2FB4188}" dt="2022-11-18T11:04:40.617" v="5300" actId="478"/>
          <ac:spMkLst>
            <pc:docMk/>
            <pc:sldMk cId="75108312" sldId="475"/>
            <ac:spMk id="1065" creationId="{E6C7129C-9AC3-7704-B7A0-9D56697F448A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67" creationId="{5ED319D3-F50D-E754-050D-2DC464159327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69" creationId="{64A5097E-D547-3017-4203-7394BC42A8EB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71" creationId="{51F47F43-A984-AF76-32AF-9C3E1F1071FB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72" creationId="{A9069F8A-2383-08EB-2993-833BE39B6685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73" creationId="{B8E6072F-BA78-D7BA-8B6A-A6B44FFAF267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74" creationId="{D3A2067F-0860-2AC7-FC55-2466B10518B5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75" creationId="{0EC0CDAD-0442-1E67-8469-E19F54CD526F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76" creationId="{D096D90A-C17A-5D77-44AB-9484430CE490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77" creationId="{56E01D9C-0E60-9147-587C-7061A7FA7C47}"/>
          </ac:spMkLst>
        </pc:spChg>
        <pc:spChg chg="mod">
          <ac:chgData name="FRABOULET Xavier" userId="18e1457a-6c31-407b-a82c-fce6695e284c" providerId="ADAL" clId="{6B4CB06F-29E1-49E8-AA2F-0097B2FB4188}" dt="2022-11-18T11:03:08.925" v="5283"/>
          <ac:spMkLst>
            <pc:docMk/>
            <pc:sldMk cId="75108312" sldId="475"/>
            <ac:spMk id="1078" creationId="{266633BC-5F0B-3A9F-5F41-B838A5B8971C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80" creationId="{A33DA7F6-AAA5-ACAC-0F59-1A2EA931C574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82" creationId="{ED7ECA13-E79E-3671-2061-01A6306B5CCC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84" creationId="{FC5F1F00-A168-878B-8634-365475C8968F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85" creationId="{0F49DCB8-87A5-C08C-7462-A5F13DDEFEA9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86" creationId="{C67A7C20-F4B3-6F9C-E624-717996600AAA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87" creationId="{57EB112A-64E6-126B-7339-ADF1894D00F2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88" creationId="{1689AEB4-607B-F632-3802-012C277570E5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89" creationId="{0B4D3CBB-BB3B-4A2A-C0D9-8DF95773F36B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90" creationId="{26840B85-AEA0-DDAE-BCC2-2BD3D6E0EF7D}"/>
          </ac:spMkLst>
        </pc:spChg>
        <pc:spChg chg="mod">
          <ac:chgData name="FRABOULET Xavier" userId="18e1457a-6c31-407b-a82c-fce6695e284c" providerId="ADAL" clId="{6B4CB06F-29E1-49E8-AA2F-0097B2FB4188}" dt="2022-11-18T11:04:42.066" v="5301"/>
          <ac:spMkLst>
            <pc:docMk/>
            <pc:sldMk cId="75108312" sldId="475"/>
            <ac:spMk id="1091" creationId="{98DE48BE-1470-5157-D79A-63BA010E931C}"/>
          </ac:spMkLst>
        </pc:spChg>
        <pc:spChg chg="mod">
          <ac:chgData name="FRABOULET Xavier" userId="18e1457a-6c31-407b-a82c-fce6695e284c" providerId="ADAL" clId="{6B4CB06F-29E1-49E8-AA2F-0097B2FB4188}" dt="2022-11-18T11:09:37.361" v="5404" actId="20577"/>
          <ac:spMkLst>
            <pc:docMk/>
            <pc:sldMk cId="75108312" sldId="475"/>
            <ac:spMk id="1096" creationId="{9FCE437E-AD51-BE5A-2DFB-84DE596F95FE}"/>
          </ac:spMkLst>
        </pc:spChg>
        <pc:spChg chg="mod">
          <ac:chgData name="FRABOULET Xavier" userId="18e1457a-6c31-407b-a82c-fce6695e284c" providerId="ADAL" clId="{6B4CB06F-29E1-49E8-AA2F-0097B2FB4188}" dt="2022-11-18T12:25:59.404" v="5426" actId="207"/>
          <ac:spMkLst>
            <pc:docMk/>
            <pc:sldMk cId="75108312" sldId="475"/>
            <ac:spMk id="1098" creationId="{4A723049-ABEC-8929-4868-5C61A1509F21}"/>
          </ac:spMkLst>
        </pc:spChg>
        <pc:spChg chg="mod">
          <ac:chgData name="FRABOULET Xavier" userId="18e1457a-6c31-407b-a82c-fce6695e284c" providerId="ADAL" clId="{6B4CB06F-29E1-49E8-AA2F-0097B2FB4188}" dt="2022-11-18T11:07:57.223" v="5344"/>
          <ac:spMkLst>
            <pc:docMk/>
            <pc:sldMk cId="75108312" sldId="475"/>
            <ac:spMk id="1099" creationId="{274776B1-73ED-C899-D4D9-3D21FB92A08C}"/>
          </ac:spMkLst>
        </pc:spChg>
        <pc:spChg chg="mod">
          <ac:chgData name="FRABOULET Xavier" userId="18e1457a-6c31-407b-a82c-fce6695e284c" providerId="ADAL" clId="{6B4CB06F-29E1-49E8-AA2F-0097B2FB4188}" dt="2022-11-18T11:07:57.223" v="5344"/>
          <ac:spMkLst>
            <pc:docMk/>
            <pc:sldMk cId="75108312" sldId="475"/>
            <ac:spMk id="1101" creationId="{6C68B167-2DAD-51BB-B94F-0BE31D24ADE7}"/>
          </ac:spMkLst>
        </pc:spChg>
        <pc:spChg chg="mod">
          <ac:chgData name="FRABOULET Xavier" userId="18e1457a-6c31-407b-a82c-fce6695e284c" providerId="ADAL" clId="{6B4CB06F-29E1-49E8-AA2F-0097B2FB4188}" dt="2022-11-18T11:07:57.223" v="5344"/>
          <ac:spMkLst>
            <pc:docMk/>
            <pc:sldMk cId="75108312" sldId="475"/>
            <ac:spMk id="1102" creationId="{8CCD0F3F-5366-BB4A-6BEC-7C415F4A2E97}"/>
          </ac:spMkLst>
        </pc:spChg>
        <pc:spChg chg="mod">
          <ac:chgData name="FRABOULET Xavier" userId="18e1457a-6c31-407b-a82c-fce6695e284c" providerId="ADAL" clId="{6B4CB06F-29E1-49E8-AA2F-0097B2FB4188}" dt="2022-11-18T11:07:57.223" v="5344"/>
          <ac:spMkLst>
            <pc:docMk/>
            <pc:sldMk cId="75108312" sldId="475"/>
            <ac:spMk id="1103" creationId="{FA181BB7-AB3B-399B-0328-944F827323B0}"/>
          </ac:spMkLst>
        </pc:spChg>
        <pc:spChg chg="mod">
          <ac:chgData name="FRABOULET Xavier" userId="18e1457a-6c31-407b-a82c-fce6695e284c" providerId="ADAL" clId="{6B4CB06F-29E1-49E8-AA2F-0097B2FB4188}" dt="2022-11-18T11:07:57.223" v="5344"/>
          <ac:spMkLst>
            <pc:docMk/>
            <pc:sldMk cId="75108312" sldId="475"/>
            <ac:spMk id="1104" creationId="{12BE7C79-0A20-A95A-EA6F-F8FEE72C3BA9}"/>
          </ac:spMkLst>
        </pc:spChg>
        <pc:spChg chg="mod">
          <ac:chgData name="FRABOULET Xavier" userId="18e1457a-6c31-407b-a82c-fce6695e284c" providerId="ADAL" clId="{6B4CB06F-29E1-49E8-AA2F-0097B2FB4188}" dt="2022-11-18T12:25:59.404" v="5426" actId="207"/>
          <ac:spMkLst>
            <pc:docMk/>
            <pc:sldMk cId="75108312" sldId="475"/>
            <ac:spMk id="1105" creationId="{DC10BC7C-3608-BAED-A51B-795B99EE7A3C}"/>
          </ac:spMkLst>
        </pc:spChg>
        <pc:spChg chg="mod">
          <ac:chgData name="FRABOULET Xavier" userId="18e1457a-6c31-407b-a82c-fce6695e284c" providerId="ADAL" clId="{6B4CB06F-29E1-49E8-AA2F-0097B2FB4188}" dt="2022-11-18T12:25:59.404" v="5426" actId="207"/>
          <ac:spMkLst>
            <pc:docMk/>
            <pc:sldMk cId="75108312" sldId="475"/>
            <ac:spMk id="1106" creationId="{01D0B145-9648-460E-6C4E-EAB958D9479A}"/>
          </ac:spMkLst>
        </pc:spChg>
        <pc:spChg chg="mod">
          <ac:chgData name="FRABOULET Xavier" userId="18e1457a-6c31-407b-a82c-fce6695e284c" providerId="ADAL" clId="{6B4CB06F-29E1-49E8-AA2F-0097B2FB4188}" dt="2022-11-18T12:25:59.404" v="5426" actId="207"/>
          <ac:spMkLst>
            <pc:docMk/>
            <pc:sldMk cId="75108312" sldId="475"/>
            <ac:spMk id="1107" creationId="{F84231A6-27DB-B996-41D6-D5D9AC9A3E5D}"/>
          </ac:spMkLst>
        </pc:spChg>
        <pc:spChg chg="mod">
          <ac:chgData name="FRABOULET Xavier" userId="18e1457a-6c31-407b-a82c-fce6695e284c" providerId="ADAL" clId="{6B4CB06F-29E1-49E8-AA2F-0097B2FB4188}" dt="2022-11-18T12:25:59.404" v="5426" actId="207"/>
          <ac:spMkLst>
            <pc:docMk/>
            <pc:sldMk cId="75108312" sldId="475"/>
            <ac:spMk id="1108" creationId="{B9F1E510-830E-C553-19F3-893A4296154F}"/>
          </ac:spMkLst>
        </pc:spChg>
        <pc:spChg chg="mod">
          <ac:chgData name="FRABOULET Xavier" userId="18e1457a-6c31-407b-a82c-fce6695e284c" providerId="ADAL" clId="{6B4CB06F-29E1-49E8-AA2F-0097B2FB4188}" dt="2022-11-18T11:08:54.555" v="5371" actId="20577"/>
          <ac:spMkLst>
            <pc:docMk/>
            <pc:sldMk cId="75108312" sldId="475"/>
            <ac:spMk id="1110" creationId="{81E9E2F5-2F89-0EAF-2FD3-C7548912FF44}"/>
          </ac:spMkLst>
        </pc:spChg>
        <pc:spChg chg="mod">
          <ac:chgData name="FRABOULET Xavier" userId="18e1457a-6c31-407b-a82c-fce6695e284c" providerId="ADAL" clId="{6B4CB06F-29E1-49E8-AA2F-0097B2FB4188}" dt="2022-11-18T12:25:55.456" v="5425" actId="207"/>
          <ac:spMkLst>
            <pc:docMk/>
            <pc:sldMk cId="75108312" sldId="475"/>
            <ac:spMk id="1112" creationId="{0AB32E63-48D8-29E7-B2D5-E412E35403EA}"/>
          </ac:spMkLst>
        </pc:spChg>
        <pc:spChg chg="mod">
          <ac:chgData name="FRABOULET Xavier" userId="18e1457a-6c31-407b-a82c-fce6695e284c" providerId="ADAL" clId="{6B4CB06F-29E1-49E8-AA2F-0097B2FB4188}" dt="2022-11-18T11:08:02.522" v="5346"/>
          <ac:spMkLst>
            <pc:docMk/>
            <pc:sldMk cId="75108312" sldId="475"/>
            <ac:spMk id="1113" creationId="{7F4DBCFD-A2F1-0A39-81D3-E10F587E6632}"/>
          </ac:spMkLst>
        </pc:spChg>
        <pc:spChg chg="mod">
          <ac:chgData name="FRABOULET Xavier" userId="18e1457a-6c31-407b-a82c-fce6695e284c" providerId="ADAL" clId="{6B4CB06F-29E1-49E8-AA2F-0097B2FB4188}" dt="2022-11-18T11:08:02.522" v="5346"/>
          <ac:spMkLst>
            <pc:docMk/>
            <pc:sldMk cId="75108312" sldId="475"/>
            <ac:spMk id="1115" creationId="{C767CE77-CC00-51F0-8DC8-5F29D8539FCC}"/>
          </ac:spMkLst>
        </pc:spChg>
        <pc:spChg chg="mod">
          <ac:chgData name="FRABOULET Xavier" userId="18e1457a-6c31-407b-a82c-fce6695e284c" providerId="ADAL" clId="{6B4CB06F-29E1-49E8-AA2F-0097B2FB4188}" dt="2022-11-18T11:08:02.522" v="5346"/>
          <ac:spMkLst>
            <pc:docMk/>
            <pc:sldMk cId="75108312" sldId="475"/>
            <ac:spMk id="1116" creationId="{EB5BFEEE-8B4F-0462-B160-A20839B264F7}"/>
          </ac:spMkLst>
        </pc:spChg>
        <pc:spChg chg="mod">
          <ac:chgData name="FRABOULET Xavier" userId="18e1457a-6c31-407b-a82c-fce6695e284c" providerId="ADAL" clId="{6B4CB06F-29E1-49E8-AA2F-0097B2FB4188}" dt="2022-11-18T11:08:02.522" v="5346"/>
          <ac:spMkLst>
            <pc:docMk/>
            <pc:sldMk cId="75108312" sldId="475"/>
            <ac:spMk id="1117" creationId="{52BD6BB9-BFE7-5E6C-CB96-A91F75E0476A}"/>
          </ac:spMkLst>
        </pc:spChg>
        <pc:spChg chg="mod">
          <ac:chgData name="FRABOULET Xavier" userId="18e1457a-6c31-407b-a82c-fce6695e284c" providerId="ADAL" clId="{6B4CB06F-29E1-49E8-AA2F-0097B2FB4188}" dt="2022-11-18T12:25:55.456" v="5425" actId="207"/>
          <ac:spMkLst>
            <pc:docMk/>
            <pc:sldMk cId="75108312" sldId="475"/>
            <ac:spMk id="1118" creationId="{CF81FFF9-6258-F3A7-8844-1FE3BBB88825}"/>
          </ac:spMkLst>
        </pc:spChg>
        <pc:spChg chg="mod">
          <ac:chgData name="FRABOULET Xavier" userId="18e1457a-6c31-407b-a82c-fce6695e284c" providerId="ADAL" clId="{6B4CB06F-29E1-49E8-AA2F-0097B2FB4188}" dt="2022-11-18T12:25:55.456" v="5425" actId="207"/>
          <ac:spMkLst>
            <pc:docMk/>
            <pc:sldMk cId="75108312" sldId="475"/>
            <ac:spMk id="1119" creationId="{A10AD308-0AC7-43AF-6B0B-41EF3B5D8783}"/>
          </ac:spMkLst>
        </pc:spChg>
        <pc:spChg chg="mod">
          <ac:chgData name="FRABOULET Xavier" userId="18e1457a-6c31-407b-a82c-fce6695e284c" providerId="ADAL" clId="{6B4CB06F-29E1-49E8-AA2F-0097B2FB4188}" dt="2022-11-18T12:25:55.456" v="5425" actId="207"/>
          <ac:spMkLst>
            <pc:docMk/>
            <pc:sldMk cId="75108312" sldId="475"/>
            <ac:spMk id="1120" creationId="{031B4A83-EDCA-E78E-F8EE-9DB12DE8CA53}"/>
          </ac:spMkLst>
        </pc:spChg>
        <pc:spChg chg="mod">
          <ac:chgData name="FRABOULET Xavier" userId="18e1457a-6c31-407b-a82c-fce6695e284c" providerId="ADAL" clId="{6B4CB06F-29E1-49E8-AA2F-0097B2FB4188}" dt="2022-11-18T12:25:55.456" v="5425" actId="207"/>
          <ac:spMkLst>
            <pc:docMk/>
            <pc:sldMk cId="75108312" sldId="475"/>
            <ac:spMk id="1121" creationId="{C655B2C7-1297-1A43-9365-A06479A5BF6C}"/>
          </ac:spMkLst>
        </pc:spChg>
        <pc:spChg chg="mod">
          <ac:chgData name="FRABOULET Xavier" userId="18e1457a-6c31-407b-a82c-fce6695e284c" providerId="ADAL" clId="{6B4CB06F-29E1-49E8-AA2F-0097B2FB4188}" dt="2022-11-18T12:25:55.456" v="5425" actId="207"/>
          <ac:spMkLst>
            <pc:docMk/>
            <pc:sldMk cId="75108312" sldId="475"/>
            <ac:spMk id="1122" creationId="{FD2A2FC9-6816-A38A-F95E-E6528C9D9E71}"/>
          </ac:spMkLst>
        </pc:spChg>
        <pc:spChg chg="mod">
          <ac:chgData name="FRABOULET Xavier" userId="18e1457a-6c31-407b-a82c-fce6695e284c" providerId="ADAL" clId="{6B4CB06F-29E1-49E8-AA2F-0097B2FB4188}" dt="2022-11-18T11:08:57.417" v="5375" actId="20577"/>
          <ac:spMkLst>
            <pc:docMk/>
            <pc:sldMk cId="75108312" sldId="475"/>
            <ac:spMk id="1124" creationId="{BD31BD1C-E306-4420-407E-AFEFACC8BF53}"/>
          </ac:spMkLst>
        </pc:spChg>
        <pc:spChg chg="mod">
          <ac:chgData name="FRABOULET Xavier" userId="18e1457a-6c31-407b-a82c-fce6695e284c" providerId="ADAL" clId="{6B4CB06F-29E1-49E8-AA2F-0097B2FB4188}" dt="2022-11-18T12:25:49.712" v="5424" actId="207"/>
          <ac:spMkLst>
            <pc:docMk/>
            <pc:sldMk cId="75108312" sldId="475"/>
            <ac:spMk id="1126" creationId="{A2C7970E-4DA4-1475-2EAE-D853AC18B25A}"/>
          </ac:spMkLst>
        </pc:spChg>
        <pc:spChg chg="mod">
          <ac:chgData name="FRABOULET Xavier" userId="18e1457a-6c31-407b-a82c-fce6695e284c" providerId="ADAL" clId="{6B4CB06F-29E1-49E8-AA2F-0097B2FB4188}" dt="2022-11-18T11:08:11.780" v="5350"/>
          <ac:spMkLst>
            <pc:docMk/>
            <pc:sldMk cId="75108312" sldId="475"/>
            <ac:spMk id="1127" creationId="{B2414D34-BE42-BB24-6485-EE16AA2AA345}"/>
          </ac:spMkLst>
        </pc:spChg>
        <pc:spChg chg="mod">
          <ac:chgData name="FRABOULET Xavier" userId="18e1457a-6c31-407b-a82c-fce6695e284c" providerId="ADAL" clId="{6B4CB06F-29E1-49E8-AA2F-0097B2FB4188}" dt="2022-11-18T11:08:11.780" v="5350"/>
          <ac:spMkLst>
            <pc:docMk/>
            <pc:sldMk cId="75108312" sldId="475"/>
            <ac:spMk id="1129" creationId="{0956E34A-0154-E169-9EE5-41619447BEE8}"/>
          </ac:spMkLst>
        </pc:spChg>
        <pc:spChg chg="mod">
          <ac:chgData name="FRABOULET Xavier" userId="18e1457a-6c31-407b-a82c-fce6695e284c" providerId="ADAL" clId="{6B4CB06F-29E1-49E8-AA2F-0097B2FB4188}" dt="2022-11-18T11:08:11.780" v="5350"/>
          <ac:spMkLst>
            <pc:docMk/>
            <pc:sldMk cId="75108312" sldId="475"/>
            <ac:spMk id="1130" creationId="{F951D8BD-3D4D-9063-7071-F3F9ECD854CA}"/>
          </ac:spMkLst>
        </pc:spChg>
        <pc:spChg chg="mod">
          <ac:chgData name="FRABOULET Xavier" userId="18e1457a-6c31-407b-a82c-fce6695e284c" providerId="ADAL" clId="{6B4CB06F-29E1-49E8-AA2F-0097B2FB4188}" dt="2022-11-18T12:25:49.712" v="5424" actId="207"/>
          <ac:spMkLst>
            <pc:docMk/>
            <pc:sldMk cId="75108312" sldId="475"/>
            <ac:spMk id="1131" creationId="{FF13B3DF-381F-1881-8803-70D694C04738}"/>
          </ac:spMkLst>
        </pc:spChg>
        <pc:spChg chg="mod">
          <ac:chgData name="FRABOULET Xavier" userId="18e1457a-6c31-407b-a82c-fce6695e284c" providerId="ADAL" clId="{6B4CB06F-29E1-49E8-AA2F-0097B2FB4188}" dt="2022-11-18T12:25:49.712" v="5424" actId="207"/>
          <ac:spMkLst>
            <pc:docMk/>
            <pc:sldMk cId="75108312" sldId="475"/>
            <ac:spMk id="1132" creationId="{75185A5E-F360-3B9F-4808-E8A8AD6294A5}"/>
          </ac:spMkLst>
        </pc:spChg>
        <pc:spChg chg="mod">
          <ac:chgData name="FRABOULET Xavier" userId="18e1457a-6c31-407b-a82c-fce6695e284c" providerId="ADAL" clId="{6B4CB06F-29E1-49E8-AA2F-0097B2FB4188}" dt="2022-11-18T12:25:49.712" v="5424" actId="207"/>
          <ac:spMkLst>
            <pc:docMk/>
            <pc:sldMk cId="75108312" sldId="475"/>
            <ac:spMk id="1133" creationId="{2E7EC04B-7B10-F5E2-3830-E3E4CD91D34B}"/>
          </ac:spMkLst>
        </pc:spChg>
        <pc:spChg chg="mod">
          <ac:chgData name="FRABOULET Xavier" userId="18e1457a-6c31-407b-a82c-fce6695e284c" providerId="ADAL" clId="{6B4CB06F-29E1-49E8-AA2F-0097B2FB4188}" dt="2022-11-18T12:25:49.712" v="5424" actId="207"/>
          <ac:spMkLst>
            <pc:docMk/>
            <pc:sldMk cId="75108312" sldId="475"/>
            <ac:spMk id="1134" creationId="{E0A8E5F0-415A-116B-8444-2B297CDEE7F1}"/>
          </ac:spMkLst>
        </pc:spChg>
        <pc:spChg chg="mod">
          <ac:chgData name="FRABOULET Xavier" userId="18e1457a-6c31-407b-a82c-fce6695e284c" providerId="ADAL" clId="{6B4CB06F-29E1-49E8-AA2F-0097B2FB4188}" dt="2022-11-18T12:25:49.712" v="5424" actId="207"/>
          <ac:spMkLst>
            <pc:docMk/>
            <pc:sldMk cId="75108312" sldId="475"/>
            <ac:spMk id="1135" creationId="{4828CD87-9D97-54B0-2E5E-13C0A4E6D182}"/>
          </ac:spMkLst>
        </pc:spChg>
        <pc:spChg chg="mod">
          <ac:chgData name="FRABOULET Xavier" userId="18e1457a-6c31-407b-a82c-fce6695e284c" providerId="ADAL" clId="{6B4CB06F-29E1-49E8-AA2F-0097B2FB4188}" dt="2022-11-18T12:25:49.712" v="5424" actId="207"/>
          <ac:spMkLst>
            <pc:docMk/>
            <pc:sldMk cId="75108312" sldId="475"/>
            <ac:spMk id="1136" creationId="{F6F9829C-ED2F-3FF4-BA51-AE2DECE94278}"/>
          </ac:spMkLst>
        </pc:spChg>
        <pc:spChg chg="mod">
          <ac:chgData name="FRABOULET Xavier" userId="18e1457a-6c31-407b-a82c-fce6695e284c" providerId="ADAL" clId="{6B4CB06F-29E1-49E8-AA2F-0097B2FB4188}" dt="2022-11-18T11:09:02.903" v="5380" actId="20577"/>
          <ac:spMkLst>
            <pc:docMk/>
            <pc:sldMk cId="75108312" sldId="475"/>
            <ac:spMk id="1138" creationId="{DC7D2F5B-8C07-6F5C-E64E-5C257C31D0A2}"/>
          </ac:spMkLst>
        </pc:spChg>
        <pc:spChg chg="mod">
          <ac:chgData name="FRABOULET Xavier" userId="18e1457a-6c31-407b-a82c-fce6695e284c" providerId="ADAL" clId="{6B4CB06F-29E1-49E8-AA2F-0097B2FB4188}" dt="2022-11-18T12:25:43.390" v="5423" actId="207"/>
          <ac:spMkLst>
            <pc:docMk/>
            <pc:sldMk cId="75108312" sldId="475"/>
            <ac:spMk id="1140" creationId="{E4043D19-18D2-59A4-BDB6-22B1D05764EE}"/>
          </ac:spMkLst>
        </pc:spChg>
        <pc:spChg chg="mod">
          <ac:chgData name="FRABOULET Xavier" userId="18e1457a-6c31-407b-a82c-fce6695e284c" providerId="ADAL" clId="{6B4CB06F-29E1-49E8-AA2F-0097B2FB4188}" dt="2022-11-18T11:08:18.475" v="5352"/>
          <ac:spMkLst>
            <pc:docMk/>
            <pc:sldMk cId="75108312" sldId="475"/>
            <ac:spMk id="1141" creationId="{3D3DF2A9-B771-2E94-2912-EEACE02099DF}"/>
          </ac:spMkLst>
        </pc:spChg>
        <pc:spChg chg="mod">
          <ac:chgData name="FRABOULET Xavier" userId="18e1457a-6c31-407b-a82c-fce6695e284c" providerId="ADAL" clId="{6B4CB06F-29E1-49E8-AA2F-0097B2FB4188}" dt="2022-11-18T11:08:18.475" v="5352"/>
          <ac:spMkLst>
            <pc:docMk/>
            <pc:sldMk cId="75108312" sldId="475"/>
            <ac:spMk id="1143" creationId="{9A2D48BA-3B56-9200-16C5-93BAF50FA279}"/>
          </ac:spMkLst>
        </pc:spChg>
        <pc:spChg chg="mod">
          <ac:chgData name="FRABOULET Xavier" userId="18e1457a-6c31-407b-a82c-fce6695e284c" providerId="ADAL" clId="{6B4CB06F-29E1-49E8-AA2F-0097B2FB4188}" dt="2022-11-18T12:25:43.390" v="5423" actId="207"/>
          <ac:spMkLst>
            <pc:docMk/>
            <pc:sldMk cId="75108312" sldId="475"/>
            <ac:spMk id="1144" creationId="{285BC2E2-4190-4190-543F-7C993DBC9FC7}"/>
          </ac:spMkLst>
        </pc:spChg>
        <pc:spChg chg="mod">
          <ac:chgData name="FRABOULET Xavier" userId="18e1457a-6c31-407b-a82c-fce6695e284c" providerId="ADAL" clId="{6B4CB06F-29E1-49E8-AA2F-0097B2FB4188}" dt="2022-11-18T12:25:43.390" v="5423" actId="207"/>
          <ac:spMkLst>
            <pc:docMk/>
            <pc:sldMk cId="75108312" sldId="475"/>
            <ac:spMk id="1145" creationId="{76098897-35DE-EE54-7CCF-2BFB4A330536}"/>
          </ac:spMkLst>
        </pc:spChg>
        <pc:spChg chg="mod">
          <ac:chgData name="FRABOULET Xavier" userId="18e1457a-6c31-407b-a82c-fce6695e284c" providerId="ADAL" clId="{6B4CB06F-29E1-49E8-AA2F-0097B2FB4188}" dt="2022-11-18T12:25:43.390" v="5423" actId="207"/>
          <ac:spMkLst>
            <pc:docMk/>
            <pc:sldMk cId="75108312" sldId="475"/>
            <ac:spMk id="1146" creationId="{ADA09378-2445-157E-CE10-16080273E2BB}"/>
          </ac:spMkLst>
        </pc:spChg>
        <pc:spChg chg="mod">
          <ac:chgData name="FRABOULET Xavier" userId="18e1457a-6c31-407b-a82c-fce6695e284c" providerId="ADAL" clId="{6B4CB06F-29E1-49E8-AA2F-0097B2FB4188}" dt="2022-11-18T12:25:43.390" v="5423" actId="207"/>
          <ac:spMkLst>
            <pc:docMk/>
            <pc:sldMk cId="75108312" sldId="475"/>
            <ac:spMk id="1147" creationId="{89171C5F-EB38-89E8-5388-106E5CA31A6E}"/>
          </ac:spMkLst>
        </pc:spChg>
        <pc:spChg chg="mod">
          <ac:chgData name="FRABOULET Xavier" userId="18e1457a-6c31-407b-a82c-fce6695e284c" providerId="ADAL" clId="{6B4CB06F-29E1-49E8-AA2F-0097B2FB4188}" dt="2022-11-18T12:25:43.390" v="5423" actId="207"/>
          <ac:spMkLst>
            <pc:docMk/>
            <pc:sldMk cId="75108312" sldId="475"/>
            <ac:spMk id="1148" creationId="{5DDBF912-BAC4-E540-9DB6-F371B3455DA4}"/>
          </ac:spMkLst>
        </pc:spChg>
        <pc:spChg chg="mod">
          <ac:chgData name="FRABOULET Xavier" userId="18e1457a-6c31-407b-a82c-fce6695e284c" providerId="ADAL" clId="{6B4CB06F-29E1-49E8-AA2F-0097B2FB4188}" dt="2022-11-18T12:25:43.390" v="5423" actId="207"/>
          <ac:spMkLst>
            <pc:docMk/>
            <pc:sldMk cId="75108312" sldId="475"/>
            <ac:spMk id="1149" creationId="{23F4FE23-1F87-CE42-A73F-327D8022EBBB}"/>
          </ac:spMkLst>
        </pc:spChg>
        <pc:spChg chg="mod">
          <ac:chgData name="FRABOULET Xavier" userId="18e1457a-6c31-407b-a82c-fce6695e284c" providerId="ADAL" clId="{6B4CB06F-29E1-49E8-AA2F-0097B2FB4188}" dt="2022-11-18T12:25:43.390" v="5423" actId="207"/>
          <ac:spMkLst>
            <pc:docMk/>
            <pc:sldMk cId="75108312" sldId="475"/>
            <ac:spMk id="1150" creationId="{A4E4A9F5-D944-F103-0B1C-ED8B8C3ECECE}"/>
          </ac:spMkLst>
        </pc:spChg>
        <pc:spChg chg="mod">
          <ac:chgData name="FRABOULET Xavier" userId="18e1457a-6c31-407b-a82c-fce6695e284c" providerId="ADAL" clId="{6B4CB06F-29E1-49E8-AA2F-0097B2FB4188}" dt="2022-11-18T11:09:04.858" v="5384" actId="20577"/>
          <ac:spMkLst>
            <pc:docMk/>
            <pc:sldMk cId="75108312" sldId="475"/>
            <ac:spMk id="1152" creationId="{028CA6C9-6CE9-90FB-DC51-7C506B26CAF1}"/>
          </ac:spMkLst>
        </pc:spChg>
        <pc:spChg chg="mod">
          <ac:chgData name="FRABOULET Xavier" userId="18e1457a-6c31-407b-a82c-fce6695e284c" providerId="ADAL" clId="{6B4CB06F-29E1-49E8-AA2F-0097B2FB4188}" dt="2022-11-18T12:25:37.663" v="5422" actId="207"/>
          <ac:spMkLst>
            <pc:docMk/>
            <pc:sldMk cId="75108312" sldId="475"/>
            <ac:spMk id="1154" creationId="{66FFC64C-5A7B-7D34-F2AE-580C5478001B}"/>
          </ac:spMkLst>
        </pc:spChg>
        <pc:spChg chg="mod">
          <ac:chgData name="FRABOULET Xavier" userId="18e1457a-6c31-407b-a82c-fce6695e284c" providerId="ADAL" clId="{6B4CB06F-29E1-49E8-AA2F-0097B2FB4188}" dt="2022-11-18T11:08:31.634" v="5354"/>
          <ac:spMkLst>
            <pc:docMk/>
            <pc:sldMk cId="75108312" sldId="475"/>
            <ac:spMk id="1155" creationId="{FDDF366D-3C40-E832-02DD-2B44D08F12BE}"/>
          </ac:spMkLst>
        </pc:spChg>
        <pc:spChg chg="mod">
          <ac:chgData name="FRABOULET Xavier" userId="18e1457a-6c31-407b-a82c-fce6695e284c" providerId="ADAL" clId="{6B4CB06F-29E1-49E8-AA2F-0097B2FB4188}" dt="2022-11-18T12:25:37.663" v="5422" actId="207"/>
          <ac:spMkLst>
            <pc:docMk/>
            <pc:sldMk cId="75108312" sldId="475"/>
            <ac:spMk id="1157" creationId="{C6FC45B0-DE7B-B60E-DCFA-8FE13BE9F66D}"/>
          </ac:spMkLst>
        </pc:spChg>
        <pc:spChg chg="mod">
          <ac:chgData name="FRABOULET Xavier" userId="18e1457a-6c31-407b-a82c-fce6695e284c" providerId="ADAL" clId="{6B4CB06F-29E1-49E8-AA2F-0097B2FB4188}" dt="2022-11-18T12:25:37.663" v="5422" actId="207"/>
          <ac:spMkLst>
            <pc:docMk/>
            <pc:sldMk cId="75108312" sldId="475"/>
            <ac:spMk id="1158" creationId="{366B9490-509A-3AFE-48CA-8AA4676FC00D}"/>
          </ac:spMkLst>
        </pc:spChg>
        <pc:spChg chg="mod">
          <ac:chgData name="FRABOULET Xavier" userId="18e1457a-6c31-407b-a82c-fce6695e284c" providerId="ADAL" clId="{6B4CB06F-29E1-49E8-AA2F-0097B2FB4188}" dt="2022-11-18T12:25:37.663" v="5422" actId="207"/>
          <ac:spMkLst>
            <pc:docMk/>
            <pc:sldMk cId="75108312" sldId="475"/>
            <ac:spMk id="1159" creationId="{EFE7CCA4-25B6-0DCD-57F7-11A75A7185FF}"/>
          </ac:spMkLst>
        </pc:spChg>
        <pc:spChg chg="mod">
          <ac:chgData name="FRABOULET Xavier" userId="18e1457a-6c31-407b-a82c-fce6695e284c" providerId="ADAL" clId="{6B4CB06F-29E1-49E8-AA2F-0097B2FB4188}" dt="2022-11-18T12:25:37.663" v="5422" actId="207"/>
          <ac:spMkLst>
            <pc:docMk/>
            <pc:sldMk cId="75108312" sldId="475"/>
            <ac:spMk id="1160" creationId="{27A72970-2796-248C-DEE5-62BDE488CA66}"/>
          </ac:spMkLst>
        </pc:spChg>
        <pc:spChg chg="mod">
          <ac:chgData name="FRABOULET Xavier" userId="18e1457a-6c31-407b-a82c-fce6695e284c" providerId="ADAL" clId="{6B4CB06F-29E1-49E8-AA2F-0097B2FB4188}" dt="2022-11-18T12:25:37.663" v="5422" actId="207"/>
          <ac:spMkLst>
            <pc:docMk/>
            <pc:sldMk cId="75108312" sldId="475"/>
            <ac:spMk id="1161" creationId="{DAB8DE19-3BED-08B5-9DB1-4CF261CC4251}"/>
          </ac:spMkLst>
        </pc:spChg>
        <pc:spChg chg="mod">
          <ac:chgData name="FRABOULET Xavier" userId="18e1457a-6c31-407b-a82c-fce6695e284c" providerId="ADAL" clId="{6B4CB06F-29E1-49E8-AA2F-0097B2FB4188}" dt="2022-11-18T12:25:37.663" v="5422" actId="207"/>
          <ac:spMkLst>
            <pc:docMk/>
            <pc:sldMk cId="75108312" sldId="475"/>
            <ac:spMk id="1162" creationId="{29738135-B16C-1A9F-4292-02BA22F30333}"/>
          </ac:spMkLst>
        </pc:spChg>
        <pc:spChg chg="mod">
          <ac:chgData name="FRABOULET Xavier" userId="18e1457a-6c31-407b-a82c-fce6695e284c" providerId="ADAL" clId="{6B4CB06F-29E1-49E8-AA2F-0097B2FB4188}" dt="2022-11-18T12:25:37.663" v="5422" actId="207"/>
          <ac:spMkLst>
            <pc:docMk/>
            <pc:sldMk cId="75108312" sldId="475"/>
            <ac:spMk id="1163" creationId="{E565EF3B-5D14-D412-4CCE-0E78C011B129}"/>
          </ac:spMkLst>
        </pc:spChg>
        <pc:spChg chg="mod">
          <ac:chgData name="FRABOULET Xavier" userId="18e1457a-6c31-407b-a82c-fce6695e284c" providerId="ADAL" clId="{6B4CB06F-29E1-49E8-AA2F-0097B2FB4188}" dt="2022-11-18T12:25:37.663" v="5422" actId="207"/>
          <ac:spMkLst>
            <pc:docMk/>
            <pc:sldMk cId="75108312" sldId="475"/>
            <ac:spMk id="1164" creationId="{C40B8F20-027A-1578-DC3C-A1EF9CBA2C77}"/>
          </ac:spMkLst>
        </pc:spChg>
        <pc:grpChg chg="add del mod topLvl">
          <ac:chgData name="FRABOULET Xavier" userId="18e1457a-6c31-407b-a82c-fce6695e284c" providerId="ADAL" clId="{6B4CB06F-29E1-49E8-AA2F-0097B2FB4188}" dt="2022-11-18T11:01:14.163" v="5251" actId="165"/>
          <ac:grpSpMkLst>
            <pc:docMk/>
            <pc:sldMk cId="75108312" sldId="475"/>
            <ac:grpSpMk id="9" creationId="{FAD5BF5B-7AD1-6724-F7A1-044D3429F2B3}"/>
          </ac:grpSpMkLst>
        </pc:grpChg>
        <pc:grpChg chg="del mod topLvl">
          <ac:chgData name="FRABOULET Xavier" userId="18e1457a-6c31-407b-a82c-fce6695e284c" providerId="ADAL" clId="{6B4CB06F-29E1-49E8-AA2F-0097B2FB4188}" dt="2022-11-18T11:06:34.472" v="5333" actId="165"/>
          <ac:grpSpMkLst>
            <pc:docMk/>
            <pc:sldMk cId="75108312" sldId="475"/>
            <ac:grpSpMk id="10" creationId="{ED740A37-82E2-ADDA-728E-35D0479805EE}"/>
          </ac:grpSpMkLst>
        </pc:grpChg>
        <pc:grpChg chg="del mod topLvl">
          <ac:chgData name="FRABOULET Xavier" userId="18e1457a-6c31-407b-a82c-fce6695e284c" providerId="ADAL" clId="{6B4CB06F-29E1-49E8-AA2F-0097B2FB4188}" dt="2022-11-18T11:08:42.276" v="5359" actId="478"/>
          <ac:grpSpMkLst>
            <pc:docMk/>
            <pc:sldMk cId="75108312" sldId="475"/>
            <ac:grpSpMk id="11" creationId="{6CBC7784-A005-4A42-5CA4-21B231EFC551}"/>
          </ac:grpSpMkLst>
        </pc:grpChg>
        <pc:grpChg chg="del mod topLvl">
          <ac:chgData name="FRABOULET Xavier" userId="18e1457a-6c31-407b-a82c-fce6695e284c" providerId="ADAL" clId="{6B4CB06F-29E1-49E8-AA2F-0097B2FB4188}" dt="2022-11-18T11:08:37.707" v="5356" actId="478"/>
          <ac:grpSpMkLst>
            <pc:docMk/>
            <pc:sldMk cId="75108312" sldId="475"/>
            <ac:grpSpMk id="12" creationId="{E73732B1-1FB3-462B-F9DD-E4742B96BFA9}"/>
          </ac:grpSpMkLst>
        </pc:grpChg>
        <pc:grpChg chg="del mod topLvl">
          <ac:chgData name="FRABOULET Xavier" userId="18e1457a-6c31-407b-a82c-fce6695e284c" providerId="ADAL" clId="{6B4CB06F-29E1-49E8-AA2F-0097B2FB4188}" dt="2022-11-18T11:08:44.294" v="5360" actId="478"/>
          <ac:grpSpMkLst>
            <pc:docMk/>
            <pc:sldMk cId="75108312" sldId="475"/>
            <ac:grpSpMk id="13" creationId="{7C6E1A0C-B220-E2ED-654B-749B672824E4}"/>
          </ac:grpSpMkLst>
        </pc:grpChg>
        <pc:grpChg chg="mod">
          <ac:chgData name="FRABOULET Xavier" userId="18e1457a-6c31-407b-a82c-fce6695e284c" providerId="ADAL" clId="{6B4CB06F-29E1-49E8-AA2F-0097B2FB4188}" dt="2022-11-18T11:06:23.926" v="5328" actId="165"/>
          <ac:grpSpMkLst>
            <pc:docMk/>
            <pc:sldMk cId="75108312" sldId="475"/>
            <ac:grpSpMk id="28" creationId="{B21D0300-2590-4FFE-EAF4-F771881D5C3B}"/>
          </ac:grpSpMkLst>
        </pc:grpChg>
        <pc:grpChg chg="mod">
          <ac:chgData name="FRABOULET Xavier" userId="18e1457a-6c31-407b-a82c-fce6695e284c" providerId="ADAL" clId="{6B4CB06F-29E1-49E8-AA2F-0097B2FB4188}" dt="2022-11-18T11:06:23.926" v="5328" actId="165"/>
          <ac:grpSpMkLst>
            <pc:docMk/>
            <pc:sldMk cId="75108312" sldId="475"/>
            <ac:grpSpMk id="42" creationId="{995B91C2-7ADB-4D29-7F4C-D62778799096}"/>
          </ac:grpSpMkLst>
        </pc:grpChg>
        <pc:grpChg chg="mod">
          <ac:chgData name="FRABOULET Xavier" userId="18e1457a-6c31-407b-a82c-fce6695e284c" providerId="ADAL" clId="{6B4CB06F-29E1-49E8-AA2F-0097B2FB4188}" dt="2022-11-18T11:06:23.926" v="5328" actId="165"/>
          <ac:grpSpMkLst>
            <pc:docMk/>
            <pc:sldMk cId="75108312" sldId="475"/>
            <ac:grpSpMk id="44" creationId="{5983E574-E80A-951F-0F16-F489CD099C51}"/>
          </ac:grpSpMkLst>
        </pc:grpChg>
        <pc:grpChg chg="mod topLvl">
          <ac:chgData name="FRABOULET Xavier" userId="18e1457a-6c31-407b-a82c-fce6695e284c" providerId="ADAL" clId="{6B4CB06F-29E1-49E8-AA2F-0097B2FB4188}" dt="2022-11-18T11:07:43.720" v="5341" actId="164"/>
          <ac:grpSpMkLst>
            <pc:docMk/>
            <pc:sldMk cId="75108312" sldId="475"/>
            <ac:grpSpMk id="57" creationId="{54AF49A1-054E-20E2-628D-8728E2E7A434}"/>
          </ac:grpSpMkLst>
        </pc:grpChg>
        <pc:grpChg chg="mod">
          <ac:chgData name="FRABOULET Xavier" userId="18e1457a-6c31-407b-a82c-fce6695e284c" providerId="ADAL" clId="{6B4CB06F-29E1-49E8-AA2F-0097B2FB4188}" dt="2022-11-18T11:06:34.472" v="5333" actId="165"/>
          <ac:grpSpMkLst>
            <pc:docMk/>
            <pc:sldMk cId="75108312" sldId="475"/>
            <ac:grpSpMk id="59" creationId="{CD93EECC-41F7-2968-CA27-79458176A151}"/>
          </ac:grpSpMkLst>
        </pc:grpChg>
        <pc:grpChg chg="add del mod">
          <ac:chgData name="FRABOULET Xavier" userId="18e1457a-6c31-407b-a82c-fce6695e284c" providerId="ADAL" clId="{6B4CB06F-29E1-49E8-AA2F-0097B2FB4188}" dt="2022-11-18T11:00:46.440" v="5248" actId="165"/>
          <ac:grpSpMkLst>
            <pc:docMk/>
            <pc:sldMk cId="75108312" sldId="475"/>
            <ac:grpSpMk id="80" creationId="{FB65F8F0-FE97-1B38-7B39-9755A35B4FF9}"/>
          </ac:grpSpMkLst>
        </pc:grpChg>
        <pc:grpChg chg="add del mod">
          <ac:chgData name="FRABOULET Xavier" userId="18e1457a-6c31-407b-a82c-fce6695e284c" providerId="ADAL" clId="{6B4CB06F-29E1-49E8-AA2F-0097B2FB4188}" dt="2022-11-18T11:04:40.617" v="5300" actId="478"/>
          <ac:grpSpMkLst>
            <pc:docMk/>
            <pc:sldMk cId="75108312" sldId="475"/>
            <ac:grpSpMk id="81" creationId="{0883CC2F-9F04-FBDA-F6DF-E5DA29CF918B}"/>
          </ac:grpSpMkLst>
        </pc:grpChg>
        <pc:grpChg chg="mod">
          <ac:chgData name="FRABOULET Xavier" userId="18e1457a-6c31-407b-a82c-fce6695e284c" providerId="ADAL" clId="{6B4CB06F-29E1-49E8-AA2F-0097B2FB4188}" dt="2022-11-18T11:02:16.781" v="5272"/>
          <ac:grpSpMkLst>
            <pc:docMk/>
            <pc:sldMk cId="75108312" sldId="475"/>
            <ac:grpSpMk id="83" creationId="{470D128D-0400-4B20-C114-DBAC01FCAD17}"/>
          </ac:grpSpMkLst>
        </pc:grpChg>
        <pc:grpChg chg="mod">
          <ac:chgData name="FRABOULET Xavier" userId="18e1457a-6c31-407b-a82c-fce6695e284c" providerId="ADAL" clId="{6B4CB06F-29E1-49E8-AA2F-0097B2FB4188}" dt="2022-11-18T11:02:16.781" v="5272"/>
          <ac:grpSpMkLst>
            <pc:docMk/>
            <pc:sldMk cId="75108312" sldId="475"/>
            <ac:grpSpMk id="85" creationId="{760842F8-45FB-7E6D-67AD-8C1445B3023F}"/>
          </ac:grpSpMkLst>
        </pc:grpChg>
        <pc:grpChg chg="add del mod">
          <ac:chgData name="FRABOULET Xavier" userId="18e1457a-6c31-407b-a82c-fce6695e284c" providerId="ADAL" clId="{6B4CB06F-29E1-49E8-AA2F-0097B2FB4188}" dt="2022-11-18T11:04:40.617" v="5300" actId="478"/>
          <ac:grpSpMkLst>
            <pc:docMk/>
            <pc:sldMk cId="75108312" sldId="475"/>
            <ac:grpSpMk id="95" creationId="{A7225AD5-E0BA-3CEA-0A80-BA1B15B95184}"/>
          </ac:grpSpMkLst>
        </pc:grpChg>
        <pc:grpChg chg="mod">
          <ac:chgData name="FRABOULET Xavier" userId="18e1457a-6c31-407b-a82c-fce6695e284c" providerId="ADAL" clId="{6B4CB06F-29E1-49E8-AA2F-0097B2FB4188}" dt="2022-11-18T11:02:28.248" v="5274"/>
          <ac:grpSpMkLst>
            <pc:docMk/>
            <pc:sldMk cId="75108312" sldId="475"/>
            <ac:grpSpMk id="1025" creationId="{7C93330A-53AB-8E4A-A46A-FCEE19FB15FB}"/>
          </ac:grpSpMkLst>
        </pc:grpChg>
        <pc:grpChg chg="mod">
          <ac:chgData name="FRABOULET Xavier" userId="18e1457a-6c31-407b-a82c-fce6695e284c" providerId="ADAL" clId="{6B4CB06F-29E1-49E8-AA2F-0097B2FB4188}" dt="2022-11-18T11:02:28.248" v="5274"/>
          <ac:grpSpMkLst>
            <pc:docMk/>
            <pc:sldMk cId="75108312" sldId="475"/>
            <ac:grpSpMk id="1028" creationId="{796E5B90-A9BE-EDEC-734F-92F1367AB2FA}"/>
          </ac:grpSpMkLst>
        </pc:grpChg>
        <pc:grpChg chg="add del mod">
          <ac:chgData name="FRABOULET Xavier" userId="18e1457a-6c31-407b-a82c-fce6695e284c" providerId="ADAL" clId="{6B4CB06F-29E1-49E8-AA2F-0097B2FB4188}" dt="2022-11-18T11:04:40.617" v="5300" actId="478"/>
          <ac:grpSpMkLst>
            <pc:docMk/>
            <pc:sldMk cId="75108312" sldId="475"/>
            <ac:grpSpMk id="1038" creationId="{ED3EECCF-EFC3-BC20-3F24-A885B03D8945}"/>
          </ac:grpSpMkLst>
        </pc:grpChg>
        <pc:grpChg chg="mod">
          <ac:chgData name="FRABOULET Xavier" userId="18e1457a-6c31-407b-a82c-fce6695e284c" providerId="ADAL" clId="{6B4CB06F-29E1-49E8-AA2F-0097B2FB4188}" dt="2022-11-18T11:02:35.066" v="5276"/>
          <ac:grpSpMkLst>
            <pc:docMk/>
            <pc:sldMk cId="75108312" sldId="475"/>
            <ac:grpSpMk id="1040" creationId="{6E34DC92-C218-4B12-2DB9-F3E9E83378A1}"/>
          </ac:grpSpMkLst>
        </pc:grpChg>
        <pc:grpChg chg="mod">
          <ac:chgData name="FRABOULET Xavier" userId="18e1457a-6c31-407b-a82c-fce6695e284c" providerId="ADAL" clId="{6B4CB06F-29E1-49E8-AA2F-0097B2FB4188}" dt="2022-11-18T11:02:35.066" v="5276"/>
          <ac:grpSpMkLst>
            <pc:docMk/>
            <pc:sldMk cId="75108312" sldId="475"/>
            <ac:grpSpMk id="1042" creationId="{449813E0-414F-1D83-94F0-3487BD1EC848}"/>
          </ac:grpSpMkLst>
        </pc:grpChg>
        <pc:grpChg chg="add del mod">
          <ac:chgData name="FRABOULET Xavier" userId="18e1457a-6c31-407b-a82c-fce6695e284c" providerId="ADAL" clId="{6B4CB06F-29E1-49E8-AA2F-0097B2FB4188}" dt="2022-11-18T11:04:40.617" v="5300" actId="478"/>
          <ac:grpSpMkLst>
            <pc:docMk/>
            <pc:sldMk cId="75108312" sldId="475"/>
            <ac:grpSpMk id="1052" creationId="{2B46EFEC-B98F-2E15-DFC2-13433E7415E9}"/>
          </ac:grpSpMkLst>
        </pc:grpChg>
        <pc:grpChg chg="mod">
          <ac:chgData name="FRABOULET Xavier" userId="18e1457a-6c31-407b-a82c-fce6695e284c" providerId="ADAL" clId="{6B4CB06F-29E1-49E8-AA2F-0097B2FB4188}" dt="2022-11-18T11:02:49.218" v="5279"/>
          <ac:grpSpMkLst>
            <pc:docMk/>
            <pc:sldMk cId="75108312" sldId="475"/>
            <ac:grpSpMk id="1054" creationId="{F94992F7-1A17-4EBC-C8AB-26F975CCAFF0}"/>
          </ac:grpSpMkLst>
        </pc:grpChg>
        <pc:grpChg chg="mod">
          <ac:chgData name="FRABOULET Xavier" userId="18e1457a-6c31-407b-a82c-fce6695e284c" providerId="ADAL" clId="{6B4CB06F-29E1-49E8-AA2F-0097B2FB4188}" dt="2022-11-18T11:02:49.218" v="5279"/>
          <ac:grpSpMkLst>
            <pc:docMk/>
            <pc:sldMk cId="75108312" sldId="475"/>
            <ac:grpSpMk id="1056" creationId="{D4748A53-3356-37E2-8140-0DF9EF4C1140}"/>
          </ac:grpSpMkLst>
        </pc:grpChg>
        <pc:grpChg chg="add del mod">
          <ac:chgData name="FRABOULET Xavier" userId="18e1457a-6c31-407b-a82c-fce6695e284c" providerId="ADAL" clId="{6B4CB06F-29E1-49E8-AA2F-0097B2FB4188}" dt="2022-11-18T11:03:13.650" v="5286"/>
          <ac:grpSpMkLst>
            <pc:docMk/>
            <pc:sldMk cId="75108312" sldId="475"/>
            <ac:grpSpMk id="1066" creationId="{4861E2CA-6A19-F87D-722E-901852BBCA1D}"/>
          </ac:grpSpMkLst>
        </pc:grpChg>
        <pc:grpChg chg="mod">
          <ac:chgData name="FRABOULET Xavier" userId="18e1457a-6c31-407b-a82c-fce6695e284c" providerId="ADAL" clId="{6B4CB06F-29E1-49E8-AA2F-0097B2FB4188}" dt="2022-11-18T11:03:08.925" v="5283"/>
          <ac:grpSpMkLst>
            <pc:docMk/>
            <pc:sldMk cId="75108312" sldId="475"/>
            <ac:grpSpMk id="1068" creationId="{4C011BA0-6C3F-00CA-0D32-3A98AE93274D}"/>
          </ac:grpSpMkLst>
        </pc:grpChg>
        <pc:grpChg chg="mod">
          <ac:chgData name="FRABOULET Xavier" userId="18e1457a-6c31-407b-a82c-fce6695e284c" providerId="ADAL" clId="{6B4CB06F-29E1-49E8-AA2F-0097B2FB4188}" dt="2022-11-18T11:03:08.925" v="5283"/>
          <ac:grpSpMkLst>
            <pc:docMk/>
            <pc:sldMk cId="75108312" sldId="475"/>
            <ac:grpSpMk id="1070" creationId="{C11CEE6E-C8D9-5107-DF3C-69E72BAA23E3}"/>
          </ac:grpSpMkLst>
        </pc:grpChg>
        <pc:grpChg chg="add del mod">
          <ac:chgData name="FRABOULET Xavier" userId="18e1457a-6c31-407b-a82c-fce6695e284c" providerId="ADAL" clId="{6B4CB06F-29E1-49E8-AA2F-0097B2FB4188}" dt="2022-11-18T11:04:45.858" v="5304"/>
          <ac:grpSpMkLst>
            <pc:docMk/>
            <pc:sldMk cId="75108312" sldId="475"/>
            <ac:grpSpMk id="1079" creationId="{CED9D408-7A7F-F921-D2A6-B747F76FCE8D}"/>
          </ac:grpSpMkLst>
        </pc:grpChg>
        <pc:grpChg chg="mod">
          <ac:chgData name="FRABOULET Xavier" userId="18e1457a-6c31-407b-a82c-fce6695e284c" providerId="ADAL" clId="{6B4CB06F-29E1-49E8-AA2F-0097B2FB4188}" dt="2022-11-18T11:04:42.066" v="5301"/>
          <ac:grpSpMkLst>
            <pc:docMk/>
            <pc:sldMk cId="75108312" sldId="475"/>
            <ac:grpSpMk id="1081" creationId="{648BBDEA-A060-4162-4416-06A50374807F}"/>
          </ac:grpSpMkLst>
        </pc:grpChg>
        <pc:grpChg chg="mod">
          <ac:chgData name="FRABOULET Xavier" userId="18e1457a-6c31-407b-a82c-fce6695e284c" providerId="ADAL" clId="{6B4CB06F-29E1-49E8-AA2F-0097B2FB4188}" dt="2022-11-18T11:04:42.066" v="5301"/>
          <ac:grpSpMkLst>
            <pc:docMk/>
            <pc:sldMk cId="75108312" sldId="475"/>
            <ac:grpSpMk id="1083" creationId="{EF71D0E3-6BA9-84E2-6254-287444605638}"/>
          </ac:grpSpMkLst>
        </pc:grpChg>
        <pc:grpChg chg="add del mod topLvl">
          <ac:chgData name="FRABOULET Xavier" userId="18e1457a-6c31-407b-a82c-fce6695e284c" providerId="ADAL" clId="{6B4CB06F-29E1-49E8-AA2F-0097B2FB4188}" dt="2022-11-18T11:06:23.926" v="5328" actId="165"/>
          <ac:grpSpMkLst>
            <pc:docMk/>
            <pc:sldMk cId="75108312" sldId="475"/>
            <ac:grpSpMk id="1092" creationId="{5F5DD66B-0858-9301-0ACD-5A24257D3E61}"/>
          </ac:grpSpMkLst>
        </pc:grpChg>
        <pc:grpChg chg="add del mod">
          <ac:chgData name="FRABOULET Xavier" userId="18e1457a-6c31-407b-a82c-fce6695e284c" providerId="ADAL" clId="{6B4CB06F-29E1-49E8-AA2F-0097B2FB4188}" dt="2022-11-18T11:06:15.632" v="5323" actId="165"/>
          <ac:grpSpMkLst>
            <pc:docMk/>
            <pc:sldMk cId="75108312" sldId="475"/>
            <ac:grpSpMk id="1093" creationId="{BAFDDE02-3BCE-F85F-1CC3-450BBC7643AE}"/>
          </ac:grpSpMkLst>
        </pc:grpChg>
        <pc:grpChg chg="add mod">
          <ac:chgData name="FRABOULET Xavier" userId="18e1457a-6c31-407b-a82c-fce6695e284c" providerId="ADAL" clId="{6B4CB06F-29E1-49E8-AA2F-0097B2FB4188}" dt="2022-11-18T13:12:48.645" v="6082" actId="1076"/>
          <ac:grpSpMkLst>
            <pc:docMk/>
            <pc:sldMk cId="75108312" sldId="475"/>
            <ac:grpSpMk id="1094" creationId="{28136F9E-04D9-95BB-AA6D-8C44E8341F65}"/>
          </ac:grpSpMkLst>
        </pc:grpChg>
        <pc:grpChg chg="add mod">
          <ac:chgData name="FRABOULET Xavier" userId="18e1457a-6c31-407b-a82c-fce6695e284c" providerId="ADAL" clId="{6B4CB06F-29E1-49E8-AA2F-0097B2FB4188}" dt="2022-11-18T13:12:48.645" v="6082" actId="1076"/>
          <ac:grpSpMkLst>
            <pc:docMk/>
            <pc:sldMk cId="75108312" sldId="475"/>
            <ac:grpSpMk id="1095" creationId="{A02B64F6-E965-C23B-99FE-19E50BD57A88}"/>
          </ac:grpSpMkLst>
        </pc:grpChg>
        <pc:grpChg chg="mod">
          <ac:chgData name="FRABOULET Xavier" userId="18e1457a-6c31-407b-a82c-fce6695e284c" providerId="ADAL" clId="{6B4CB06F-29E1-49E8-AA2F-0097B2FB4188}" dt="2022-11-18T11:07:57.223" v="5344"/>
          <ac:grpSpMkLst>
            <pc:docMk/>
            <pc:sldMk cId="75108312" sldId="475"/>
            <ac:grpSpMk id="1097" creationId="{6AA2615D-8097-3FE5-953D-75959F5AC2AC}"/>
          </ac:grpSpMkLst>
        </pc:grpChg>
        <pc:grpChg chg="mod">
          <ac:chgData name="FRABOULET Xavier" userId="18e1457a-6c31-407b-a82c-fce6695e284c" providerId="ADAL" clId="{6B4CB06F-29E1-49E8-AA2F-0097B2FB4188}" dt="2022-11-18T11:07:57.223" v="5344"/>
          <ac:grpSpMkLst>
            <pc:docMk/>
            <pc:sldMk cId="75108312" sldId="475"/>
            <ac:grpSpMk id="1100" creationId="{D9BC9F63-D656-BA94-75C3-5DA0B86FE130}"/>
          </ac:grpSpMkLst>
        </pc:grpChg>
        <pc:grpChg chg="add mod">
          <ac:chgData name="FRABOULET Xavier" userId="18e1457a-6c31-407b-a82c-fce6695e284c" providerId="ADAL" clId="{6B4CB06F-29E1-49E8-AA2F-0097B2FB4188}" dt="2022-11-18T13:12:48.645" v="6082" actId="1076"/>
          <ac:grpSpMkLst>
            <pc:docMk/>
            <pc:sldMk cId="75108312" sldId="475"/>
            <ac:grpSpMk id="1109" creationId="{A555F1E1-2D31-DE44-A32E-70B14AF39869}"/>
          </ac:grpSpMkLst>
        </pc:grpChg>
        <pc:grpChg chg="mod">
          <ac:chgData name="FRABOULET Xavier" userId="18e1457a-6c31-407b-a82c-fce6695e284c" providerId="ADAL" clId="{6B4CB06F-29E1-49E8-AA2F-0097B2FB4188}" dt="2022-11-18T11:08:02.522" v="5346"/>
          <ac:grpSpMkLst>
            <pc:docMk/>
            <pc:sldMk cId="75108312" sldId="475"/>
            <ac:grpSpMk id="1111" creationId="{A9FCE068-7C54-2556-BD96-45D2671F521B}"/>
          </ac:grpSpMkLst>
        </pc:grpChg>
        <pc:grpChg chg="mod">
          <ac:chgData name="FRABOULET Xavier" userId="18e1457a-6c31-407b-a82c-fce6695e284c" providerId="ADAL" clId="{6B4CB06F-29E1-49E8-AA2F-0097B2FB4188}" dt="2022-11-18T11:08:02.522" v="5346"/>
          <ac:grpSpMkLst>
            <pc:docMk/>
            <pc:sldMk cId="75108312" sldId="475"/>
            <ac:grpSpMk id="1114" creationId="{17DDDB2A-749C-531B-5D3A-987CC0B4FE8B}"/>
          </ac:grpSpMkLst>
        </pc:grpChg>
        <pc:grpChg chg="add mod">
          <ac:chgData name="FRABOULET Xavier" userId="18e1457a-6c31-407b-a82c-fce6695e284c" providerId="ADAL" clId="{6B4CB06F-29E1-49E8-AA2F-0097B2FB4188}" dt="2022-11-18T13:12:48.645" v="6082" actId="1076"/>
          <ac:grpSpMkLst>
            <pc:docMk/>
            <pc:sldMk cId="75108312" sldId="475"/>
            <ac:grpSpMk id="1123" creationId="{601EA525-DF42-EE1E-71AE-3EF07A91CB31}"/>
          </ac:grpSpMkLst>
        </pc:grpChg>
        <pc:grpChg chg="mod">
          <ac:chgData name="FRABOULET Xavier" userId="18e1457a-6c31-407b-a82c-fce6695e284c" providerId="ADAL" clId="{6B4CB06F-29E1-49E8-AA2F-0097B2FB4188}" dt="2022-11-18T11:08:11.780" v="5350"/>
          <ac:grpSpMkLst>
            <pc:docMk/>
            <pc:sldMk cId="75108312" sldId="475"/>
            <ac:grpSpMk id="1125" creationId="{E7355561-11DE-3804-6DA2-B5E62D47F109}"/>
          </ac:grpSpMkLst>
        </pc:grpChg>
        <pc:grpChg chg="mod">
          <ac:chgData name="FRABOULET Xavier" userId="18e1457a-6c31-407b-a82c-fce6695e284c" providerId="ADAL" clId="{6B4CB06F-29E1-49E8-AA2F-0097B2FB4188}" dt="2022-11-18T11:08:11.780" v="5350"/>
          <ac:grpSpMkLst>
            <pc:docMk/>
            <pc:sldMk cId="75108312" sldId="475"/>
            <ac:grpSpMk id="1128" creationId="{FF7D19B0-B40C-A113-3149-839697384D2C}"/>
          </ac:grpSpMkLst>
        </pc:grpChg>
        <pc:grpChg chg="add mod">
          <ac:chgData name="FRABOULET Xavier" userId="18e1457a-6c31-407b-a82c-fce6695e284c" providerId="ADAL" clId="{6B4CB06F-29E1-49E8-AA2F-0097B2FB4188}" dt="2022-11-18T13:12:48.645" v="6082" actId="1076"/>
          <ac:grpSpMkLst>
            <pc:docMk/>
            <pc:sldMk cId="75108312" sldId="475"/>
            <ac:grpSpMk id="1137" creationId="{247278BD-2BF9-863C-1324-C78FB865FE19}"/>
          </ac:grpSpMkLst>
        </pc:grpChg>
        <pc:grpChg chg="mod">
          <ac:chgData name="FRABOULET Xavier" userId="18e1457a-6c31-407b-a82c-fce6695e284c" providerId="ADAL" clId="{6B4CB06F-29E1-49E8-AA2F-0097B2FB4188}" dt="2022-11-18T11:08:18.475" v="5352"/>
          <ac:grpSpMkLst>
            <pc:docMk/>
            <pc:sldMk cId="75108312" sldId="475"/>
            <ac:grpSpMk id="1139" creationId="{D4B5E5E1-2F39-C52A-8BD2-B57A33144761}"/>
          </ac:grpSpMkLst>
        </pc:grpChg>
        <pc:grpChg chg="mod">
          <ac:chgData name="FRABOULET Xavier" userId="18e1457a-6c31-407b-a82c-fce6695e284c" providerId="ADAL" clId="{6B4CB06F-29E1-49E8-AA2F-0097B2FB4188}" dt="2022-11-18T11:08:18.475" v="5352"/>
          <ac:grpSpMkLst>
            <pc:docMk/>
            <pc:sldMk cId="75108312" sldId="475"/>
            <ac:grpSpMk id="1142" creationId="{C86C76F4-BAF7-24D9-7FF8-4EF997B76C47}"/>
          </ac:grpSpMkLst>
        </pc:grpChg>
        <pc:grpChg chg="add mod">
          <ac:chgData name="FRABOULET Xavier" userId="18e1457a-6c31-407b-a82c-fce6695e284c" providerId="ADAL" clId="{6B4CB06F-29E1-49E8-AA2F-0097B2FB4188}" dt="2022-11-18T13:12:48.645" v="6082" actId="1076"/>
          <ac:grpSpMkLst>
            <pc:docMk/>
            <pc:sldMk cId="75108312" sldId="475"/>
            <ac:grpSpMk id="1151" creationId="{8568B50C-2F9A-ED0D-47CD-5A2B71CE961B}"/>
          </ac:grpSpMkLst>
        </pc:grpChg>
        <pc:grpChg chg="mod">
          <ac:chgData name="FRABOULET Xavier" userId="18e1457a-6c31-407b-a82c-fce6695e284c" providerId="ADAL" clId="{6B4CB06F-29E1-49E8-AA2F-0097B2FB4188}" dt="2022-11-18T11:08:31.634" v="5354"/>
          <ac:grpSpMkLst>
            <pc:docMk/>
            <pc:sldMk cId="75108312" sldId="475"/>
            <ac:grpSpMk id="1153" creationId="{ABDDE5F1-8DCF-E328-E6AC-35179356C8B4}"/>
          </ac:grpSpMkLst>
        </pc:grpChg>
        <pc:grpChg chg="mod">
          <ac:chgData name="FRABOULET Xavier" userId="18e1457a-6c31-407b-a82c-fce6695e284c" providerId="ADAL" clId="{6B4CB06F-29E1-49E8-AA2F-0097B2FB4188}" dt="2022-11-18T11:08:31.634" v="5354"/>
          <ac:grpSpMkLst>
            <pc:docMk/>
            <pc:sldMk cId="75108312" sldId="475"/>
            <ac:grpSpMk id="1156" creationId="{0A8DF23F-1A91-E493-C5C6-0F24E6C737D0}"/>
          </ac:grpSpMkLst>
        </pc:grpChg>
        <pc:picChg chg="add del mod">
          <ac:chgData name="FRABOULET Xavier" userId="18e1457a-6c31-407b-a82c-fce6695e284c" providerId="ADAL" clId="{6B4CB06F-29E1-49E8-AA2F-0097B2FB4188}" dt="2022-11-18T11:11:49.476" v="5421" actId="478"/>
          <ac:picMkLst>
            <pc:docMk/>
            <pc:sldMk cId="75108312" sldId="475"/>
            <ac:picMk id="1026" creationId="{EE87377B-F381-F763-F631-11E2CA7F14CF}"/>
          </ac:picMkLst>
        </pc:picChg>
      </pc:sldChg>
      <pc:sldChg chg="addSp delSp modSp add del mod modNotesTx">
        <pc:chgData name="FRABOULET Xavier" userId="18e1457a-6c31-407b-a82c-fce6695e284c" providerId="ADAL" clId="{6B4CB06F-29E1-49E8-AA2F-0097B2FB4188}" dt="2022-11-22T17:02:07.961" v="9022" actId="47"/>
        <pc:sldMkLst>
          <pc:docMk/>
          <pc:sldMk cId="1956889979" sldId="476"/>
        </pc:sldMkLst>
        <pc:spChg chg="mod">
          <ac:chgData name="FRABOULET Xavier" userId="18e1457a-6c31-407b-a82c-fce6695e284c" providerId="ADAL" clId="{6B4CB06F-29E1-49E8-AA2F-0097B2FB4188}" dt="2022-11-22T15:45:27.863" v="8101" actId="20577"/>
          <ac:spMkLst>
            <pc:docMk/>
            <pc:sldMk cId="1956889979" sldId="476"/>
            <ac:spMk id="2" creationId="{B747FA04-5950-C6F6-63EF-17FAC8D0C65B}"/>
          </ac:spMkLst>
        </pc:spChg>
        <pc:spChg chg="mod">
          <ac:chgData name="FRABOULET Xavier" userId="18e1457a-6c31-407b-a82c-fce6695e284c" providerId="ADAL" clId="{6B4CB06F-29E1-49E8-AA2F-0097B2FB4188}" dt="2022-11-18T12:43:19.923" v="5524" actId="20577"/>
          <ac:spMkLst>
            <pc:docMk/>
            <pc:sldMk cId="1956889979" sldId="476"/>
            <ac:spMk id="5" creationId="{2D9F79FE-2C9A-BAB8-E1CF-56248F3D9600}"/>
          </ac:spMkLst>
        </pc:spChg>
        <pc:spChg chg="mod">
          <ac:chgData name="FRABOULET Xavier" userId="18e1457a-6c31-407b-a82c-fce6695e284c" providerId="ADAL" clId="{6B4CB06F-29E1-49E8-AA2F-0097B2FB4188}" dt="2022-11-18T12:32:36.220" v="5452" actId="20577"/>
          <ac:spMkLst>
            <pc:docMk/>
            <pc:sldMk cId="1956889979" sldId="476"/>
            <ac:spMk id="6" creationId="{D9B7F1FD-1B0A-9E9D-F16C-E40EA8BE3CDE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7" creationId="{958818EE-EDC4-9BC2-FC37-9E303C28B78A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8" creationId="{FD498B89-1D2B-EE51-99AD-6025E07AAD50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9" creationId="{D0398DC0-2C1A-4544-B148-1B42EA8C0338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0" creationId="{0532CC50-0E4B-9515-8940-1762A716EF33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1" creationId="{7CAA61B4-37BE-4C65-3524-227DF3938AB4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2" creationId="{6927D7AE-E92D-CCDB-B729-796E3B7078EF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3" creationId="{14168E80-7B39-1F1B-4D00-A90C8654AFFE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4" creationId="{975DC6CF-88CE-0FC2-EC51-75C18A71A74F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5" creationId="{173DE879-A5E8-7236-D2B0-16DAB7600DFB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6" creationId="{474D25D9-C0DE-0DEB-BF30-1B7FE239C77E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7" creationId="{61340943-F4A0-E29D-8335-2DBDA9A7FC33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8" creationId="{4D741E81-1582-1F5A-C85F-9DE0042BF968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19" creationId="{C21FA67B-A0B2-DFBF-5F38-B257F7781156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20" creationId="{CE9C5CAC-0B20-67F0-7EE9-872EF3CEC191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21" creationId="{3BCB7367-B4C9-1740-1662-264156BB3417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22" creationId="{67BFE6CD-F7C5-689A-6687-8B65077C4864}"/>
          </ac:spMkLst>
        </pc:spChg>
        <pc:spChg chg="add del mod">
          <ac:chgData name="FRABOULET Xavier" userId="18e1457a-6c31-407b-a82c-fce6695e284c" providerId="ADAL" clId="{6B4CB06F-29E1-49E8-AA2F-0097B2FB4188}" dt="2022-11-18T12:35:35.796" v="5455"/>
          <ac:spMkLst>
            <pc:docMk/>
            <pc:sldMk cId="1956889979" sldId="476"/>
            <ac:spMk id="23" creationId="{31E02A99-3367-F813-1D60-4FC4DF3045CF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26" creationId="{EA625A6A-12B6-9C46-FB30-ADBE47B15E28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27" creationId="{1B57ABD5-808B-F2F9-AD4B-7C41609181C3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28" creationId="{F6301D0E-F2D3-0F70-D6C4-39583DC933AE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29" creationId="{0EE5B777-E51D-BF87-9BB1-AB7ADBD31F25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0" creationId="{96C9E3FD-B443-A1AC-E666-02FD93CACBE3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1" creationId="{3E74A0B5-890A-F0A9-0878-43066B32241A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2" creationId="{024AECD0-0B5A-52C5-5F30-28868CD5700E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3" creationId="{FDAA8FB6-BF72-B6FA-B82B-EBA0BF0DD4EF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4" creationId="{B2A06CA4-C548-168B-C8CE-79B10A102867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5" creationId="{A68662F4-069E-5EE6-F07C-23E00E4F31A5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6" creationId="{79E0C1AA-8405-A31F-C5AD-74D98EDA5599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7" creationId="{14FA2438-CE99-6316-BFE7-F14ED27050CE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8" creationId="{5364C4E7-6646-00B8-28A5-4237B7B02C39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39" creationId="{2DD6C222-08AF-3972-6DCC-EBA6B8B9AD88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40" creationId="{B1F4144B-0CC2-B659-EF67-E291972E4831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41" creationId="{4BC509E3-B03C-0FAE-0811-54E4DAA4489D}"/>
          </ac:spMkLst>
        </pc:spChg>
        <pc:spChg chg="add del mod">
          <ac:chgData name="FRABOULET Xavier" userId="18e1457a-6c31-407b-a82c-fce6695e284c" providerId="ADAL" clId="{6B4CB06F-29E1-49E8-AA2F-0097B2FB4188}" dt="2022-11-18T12:35:38.578" v="5457"/>
          <ac:spMkLst>
            <pc:docMk/>
            <pc:sldMk cId="1956889979" sldId="476"/>
            <ac:spMk id="42" creationId="{EEF0E5DE-60B6-D10B-EACC-1D7BDC08305C}"/>
          </ac:spMkLst>
        </pc:spChg>
        <pc:spChg chg="add del mod">
          <ac:chgData name="FRABOULET Xavier" userId="18e1457a-6c31-407b-a82c-fce6695e284c" providerId="ADAL" clId="{6B4CB06F-29E1-49E8-AA2F-0097B2FB4188}" dt="2022-11-18T12:36:34.467" v="5466"/>
          <ac:spMkLst>
            <pc:docMk/>
            <pc:sldMk cId="1956889979" sldId="476"/>
            <ac:spMk id="48" creationId="{FB8242B5-0C26-3BCF-E662-AB1896DEDF45}"/>
          </ac:spMkLst>
        </pc:spChg>
        <pc:spChg chg="add del mod">
          <ac:chgData name="FRABOULET Xavier" userId="18e1457a-6c31-407b-a82c-fce6695e284c" providerId="ADAL" clId="{6B4CB06F-29E1-49E8-AA2F-0097B2FB4188}" dt="2022-11-18T12:41:57.083" v="5507" actId="11529"/>
          <ac:spMkLst>
            <pc:docMk/>
            <pc:sldMk cId="1956889979" sldId="476"/>
            <ac:spMk id="50" creationId="{07D34542-290A-8B2A-6A4F-D2DDC1746AC1}"/>
          </ac:spMkLst>
        </pc:spChg>
        <pc:picChg chg="add del mod">
          <ac:chgData name="FRABOULET Xavier" userId="18e1457a-6c31-407b-a82c-fce6695e284c" providerId="ADAL" clId="{6B4CB06F-29E1-49E8-AA2F-0097B2FB4188}" dt="2022-11-18T12:35:35.796" v="5455"/>
          <ac:picMkLst>
            <pc:docMk/>
            <pc:sldMk cId="1956889979" sldId="476"/>
            <ac:picMk id="24" creationId="{035851FA-8C32-A445-9C37-5C8186B57332}"/>
          </ac:picMkLst>
        </pc:picChg>
        <pc:picChg chg="add del mod">
          <ac:chgData name="FRABOULET Xavier" userId="18e1457a-6c31-407b-a82c-fce6695e284c" providerId="ADAL" clId="{6B4CB06F-29E1-49E8-AA2F-0097B2FB4188}" dt="2022-11-18T12:35:35.796" v="5455"/>
          <ac:picMkLst>
            <pc:docMk/>
            <pc:sldMk cId="1956889979" sldId="476"/>
            <ac:picMk id="25" creationId="{950CF497-0DBC-835D-D94C-38B750FC3269}"/>
          </ac:picMkLst>
        </pc:picChg>
        <pc:picChg chg="add del mod">
          <ac:chgData name="FRABOULET Xavier" userId="18e1457a-6c31-407b-a82c-fce6695e284c" providerId="ADAL" clId="{6B4CB06F-29E1-49E8-AA2F-0097B2FB4188}" dt="2022-11-18T12:35:38.578" v="5457"/>
          <ac:picMkLst>
            <pc:docMk/>
            <pc:sldMk cId="1956889979" sldId="476"/>
            <ac:picMk id="43" creationId="{7258EB84-DDD5-8A10-D6EE-BB8FA5666A81}"/>
          </ac:picMkLst>
        </pc:picChg>
        <pc:picChg chg="add del mod">
          <ac:chgData name="FRABOULET Xavier" userId="18e1457a-6c31-407b-a82c-fce6695e284c" providerId="ADAL" clId="{6B4CB06F-29E1-49E8-AA2F-0097B2FB4188}" dt="2022-11-18T12:35:38.578" v="5457"/>
          <ac:picMkLst>
            <pc:docMk/>
            <pc:sldMk cId="1956889979" sldId="476"/>
            <ac:picMk id="44" creationId="{D2CF7A84-4506-67F2-8FAA-9DC910CD69C0}"/>
          </ac:picMkLst>
        </pc:picChg>
        <pc:picChg chg="add del">
          <ac:chgData name="FRABOULET Xavier" userId="18e1457a-6c31-407b-a82c-fce6695e284c" providerId="ADAL" clId="{6B4CB06F-29E1-49E8-AA2F-0097B2FB4188}" dt="2022-11-18T12:35:40.746" v="5459"/>
          <ac:picMkLst>
            <pc:docMk/>
            <pc:sldMk cId="1956889979" sldId="476"/>
            <ac:picMk id="45" creationId="{983AB876-9C26-4389-98E4-5CC6DC8B2C81}"/>
          </ac:picMkLst>
        </pc:picChg>
        <pc:picChg chg="add del">
          <ac:chgData name="FRABOULET Xavier" userId="18e1457a-6c31-407b-a82c-fce6695e284c" providerId="ADAL" clId="{6B4CB06F-29E1-49E8-AA2F-0097B2FB4188}" dt="2022-11-18T12:36:17.907" v="5461"/>
          <ac:picMkLst>
            <pc:docMk/>
            <pc:sldMk cId="1956889979" sldId="476"/>
            <ac:picMk id="46" creationId="{77C61399-55A8-839B-C3BF-CB1DA50E589A}"/>
          </ac:picMkLst>
        </pc:picChg>
        <pc:picChg chg="add del mod">
          <ac:chgData name="FRABOULET Xavier" userId="18e1457a-6c31-407b-a82c-fce6695e284c" providerId="ADAL" clId="{6B4CB06F-29E1-49E8-AA2F-0097B2FB4188}" dt="2022-11-22T15:39:43.566" v="7954" actId="478"/>
          <ac:picMkLst>
            <pc:docMk/>
            <pc:sldMk cId="1956889979" sldId="476"/>
            <ac:picMk id="47" creationId="{9E29C59D-EF97-50A3-15FE-3AE820251767}"/>
          </ac:picMkLst>
        </pc:picChg>
        <pc:picChg chg="add del mod">
          <ac:chgData name="FRABOULET Xavier" userId="18e1457a-6c31-407b-a82c-fce6695e284c" providerId="ADAL" clId="{6B4CB06F-29E1-49E8-AA2F-0097B2FB4188}" dt="2022-11-22T15:39:44.044" v="7955" actId="478"/>
          <ac:picMkLst>
            <pc:docMk/>
            <pc:sldMk cId="1956889979" sldId="476"/>
            <ac:picMk id="49" creationId="{0AF2ED76-9531-54A8-AC6A-0CFDCC0784F7}"/>
          </ac:picMkLst>
        </pc:picChg>
        <pc:picChg chg="add del mod">
          <ac:chgData name="FRABOULET Xavier" userId="18e1457a-6c31-407b-a82c-fce6695e284c" providerId="ADAL" clId="{6B4CB06F-29E1-49E8-AA2F-0097B2FB4188}" dt="2022-11-18T12:42:32.110" v="5517" actId="931"/>
          <ac:picMkLst>
            <pc:docMk/>
            <pc:sldMk cId="1956889979" sldId="476"/>
            <ac:picMk id="52" creationId="{C2344E95-E08D-14C9-47F3-9115A039BEDE}"/>
          </ac:picMkLst>
        </pc:picChg>
      </pc:sldChg>
      <pc:sldChg chg="addSp delSp modSp add mod ord">
        <pc:chgData name="FRABOULET Xavier" userId="18e1457a-6c31-407b-a82c-fce6695e284c" providerId="ADAL" clId="{6B4CB06F-29E1-49E8-AA2F-0097B2FB4188}" dt="2022-11-22T17:14:50.511" v="9166" actId="478"/>
        <pc:sldMkLst>
          <pc:docMk/>
          <pc:sldMk cId="1094090841" sldId="477"/>
        </pc:sldMkLst>
        <pc:spChg chg="mod">
          <ac:chgData name="FRABOULET Xavier" userId="18e1457a-6c31-407b-a82c-fce6695e284c" providerId="ADAL" clId="{6B4CB06F-29E1-49E8-AA2F-0097B2FB4188}" dt="2022-11-22T16:49:47.253" v="8494" actId="14100"/>
          <ac:spMkLst>
            <pc:docMk/>
            <pc:sldMk cId="1094090841" sldId="477"/>
            <ac:spMk id="2" creationId="{B747FA04-5950-C6F6-63EF-17FAC8D0C65B}"/>
          </ac:spMkLst>
        </pc:spChg>
        <pc:spChg chg="mod">
          <ac:chgData name="FRABOULET Xavier" userId="18e1457a-6c31-407b-a82c-fce6695e284c" providerId="ADAL" clId="{6B4CB06F-29E1-49E8-AA2F-0097B2FB4188}" dt="2022-11-18T12:56:00.228" v="5791" actId="20577"/>
          <ac:spMkLst>
            <pc:docMk/>
            <pc:sldMk cId="1094090841" sldId="477"/>
            <ac:spMk id="5" creationId="{2D9F79FE-2C9A-BAB8-E1CF-56248F3D9600}"/>
          </ac:spMkLst>
        </pc:spChg>
        <pc:spChg chg="add del mod">
          <ac:chgData name="FRABOULET Xavier" userId="18e1457a-6c31-407b-a82c-fce6695e284c" providerId="ADAL" clId="{6B4CB06F-29E1-49E8-AA2F-0097B2FB4188}" dt="2022-11-22T15:41:56.762" v="8077" actId="478"/>
          <ac:spMkLst>
            <pc:docMk/>
            <pc:sldMk cId="1094090841" sldId="477"/>
            <ac:spMk id="8" creationId="{1F190545-5A02-A77E-6AB8-07AA57749E9D}"/>
          </ac:spMkLst>
        </pc:spChg>
        <pc:spChg chg="add del mod">
          <ac:chgData name="FRABOULET Xavier" userId="18e1457a-6c31-407b-a82c-fce6695e284c" providerId="ADAL" clId="{6B4CB06F-29E1-49E8-AA2F-0097B2FB4188}" dt="2022-11-22T15:41:58.367" v="8078" actId="478"/>
          <ac:spMkLst>
            <pc:docMk/>
            <pc:sldMk cId="1094090841" sldId="477"/>
            <ac:spMk id="9" creationId="{6AF88769-47EE-0F7D-8E2B-BDB7816A6F8B}"/>
          </ac:spMkLst>
        </pc:spChg>
        <pc:spChg chg="add del mod">
          <ac:chgData name="FRABOULET Xavier" userId="18e1457a-6c31-407b-a82c-fce6695e284c" providerId="ADAL" clId="{6B4CB06F-29E1-49E8-AA2F-0097B2FB4188}" dt="2022-11-22T15:41:59.221" v="8079" actId="478"/>
          <ac:spMkLst>
            <pc:docMk/>
            <pc:sldMk cId="1094090841" sldId="477"/>
            <ac:spMk id="10" creationId="{72A758A8-C36D-F101-1C89-7BEBB5AE78FE}"/>
          </ac:spMkLst>
        </pc:spChg>
        <pc:spChg chg="add del mod">
          <ac:chgData name="FRABOULET Xavier" userId="18e1457a-6c31-407b-a82c-fce6695e284c" providerId="ADAL" clId="{6B4CB06F-29E1-49E8-AA2F-0097B2FB4188}" dt="2022-11-22T15:41:55.710" v="8076" actId="478"/>
          <ac:spMkLst>
            <pc:docMk/>
            <pc:sldMk cId="1094090841" sldId="477"/>
            <ac:spMk id="11" creationId="{A3FBDFE5-926A-CD04-3504-F47EB2A5663F}"/>
          </ac:spMkLst>
        </pc:spChg>
        <pc:spChg chg="add mod">
          <ac:chgData name="FRABOULET Xavier" userId="18e1457a-6c31-407b-a82c-fce6695e284c" providerId="ADAL" clId="{6B4CB06F-29E1-49E8-AA2F-0097B2FB4188}" dt="2022-11-22T16:50:24.848" v="8516" actId="20577"/>
          <ac:spMkLst>
            <pc:docMk/>
            <pc:sldMk cId="1094090841" sldId="477"/>
            <ac:spMk id="12" creationId="{013351D9-FFC9-F6DE-C441-C234BE912881}"/>
          </ac:spMkLst>
        </pc:spChg>
        <pc:spChg chg="add mod">
          <ac:chgData name="FRABOULET Xavier" userId="18e1457a-6c31-407b-a82c-fce6695e284c" providerId="ADAL" clId="{6B4CB06F-29E1-49E8-AA2F-0097B2FB4188}" dt="2022-11-22T16:52:03.398" v="8631" actId="14100"/>
          <ac:spMkLst>
            <pc:docMk/>
            <pc:sldMk cId="1094090841" sldId="477"/>
            <ac:spMk id="13" creationId="{2D1C0747-7199-45C7-18BD-F8B901EC11EF}"/>
          </ac:spMkLst>
        </pc:spChg>
        <pc:picChg chg="add mod">
          <ac:chgData name="FRABOULET Xavier" userId="18e1457a-6c31-407b-a82c-fce6695e284c" providerId="ADAL" clId="{6B4CB06F-29E1-49E8-AA2F-0097B2FB4188}" dt="2022-11-22T16:52:21.121" v="8638" actId="1076"/>
          <ac:picMkLst>
            <pc:docMk/>
            <pc:sldMk cId="1094090841" sldId="477"/>
            <ac:picMk id="7" creationId="{A926BCB9-D649-DE65-906E-CC66C570E845}"/>
          </ac:picMkLst>
        </pc:picChg>
        <pc:picChg chg="del">
          <ac:chgData name="FRABOULET Xavier" userId="18e1457a-6c31-407b-a82c-fce6695e284c" providerId="ADAL" clId="{6B4CB06F-29E1-49E8-AA2F-0097B2FB4188}" dt="2022-11-22T15:37:53.908" v="7897" actId="478"/>
          <ac:picMkLst>
            <pc:docMk/>
            <pc:sldMk cId="1094090841" sldId="477"/>
            <ac:picMk id="47" creationId="{9E29C59D-EF97-50A3-15FE-3AE820251767}"/>
          </ac:picMkLst>
        </pc:picChg>
        <pc:picChg chg="del">
          <ac:chgData name="FRABOULET Xavier" userId="18e1457a-6c31-407b-a82c-fce6695e284c" providerId="ADAL" clId="{6B4CB06F-29E1-49E8-AA2F-0097B2FB4188}" dt="2022-11-22T15:37:53.442" v="7896" actId="478"/>
          <ac:picMkLst>
            <pc:docMk/>
            <pc:sldMk cId="1094090841" sldId="477"/>
            <ac:picMk id="49" creationId="{0AF2ED76-9531-54A8-AC6A-0CFDCC0784F7}"/>
          </ac:picMkLst>
        </pc:picChg>
        <pc:picChg chg="add del mod">
          <ac:chgData name="FRABOULET Xavier" userId="18e1457a-6c31-407b-a82c-fce6695e284c" providerId="ADAL" clId="{6B4CB06F-29E1-49E8-AA2F-0097B2FB4188}" dt="2022-11-22T17:14:50.511" v="9166" actId="478"/>
          <ac:picMkLst>
            <pc:docMk/>
            <pc:sldMk cId="1094090841" sldId="477"/>
            <ac:picMk id="2050" creationId="{B5D41E6A-1083-18E6-484E-B47A8EDF04D9}"/>
          </ac:picMkLst>
        </pc:picChg>
      </pc:sldChg>
      <pc:sldChg chg="addSp modSp add del mod modNotesTx">
        <pc:chgData name="FRABOULET Xavier" userId="18e1457a-6c31-407b-a82c-fce6695e284c" providerId="ADAL" clId="{6B4CB06F-29E1-49E8-AA2F-0097B2FB4188}" dt="2022-11-22T15:39:40.406" v="7953" actId="47"/>
        <pc:sldMkLst>
          <pc:docMk/>
          <pc:sldMk cId="3380008615" sldId="478"/>
        </pc:sldMkLst>
        <pc:spChg chg="mod">
          <ac:chgData name="FRABOULET Xavier" userId="18e1457a-6c31-407b-a82c-fce6695e284c" providerId="ADAL" clId="{6B4CB06F-29E1-49E8-AA2F-0097B2FB4188}" dt="2022-11-18T12:59:47.531" v="5841" actId="20577"/>
          <ac:spMkLst>
            <pc:docMk/>
            <pc:sldMk cId="3380008615" sldId="478"/>
            <ac:spMk id="2" creationId="{B747FA04-5950-C6F6-63EF-17FAC8D0C65B}"/>
          </ac:spMkLst>
        </pc:spChg>
        <pc:spChg chg="add mod">
          <ac:chgData name="FRABOULET Xavier" userId="18e1457a-6c31-407b-a82c-fce6695e284c" providerId="ADAL" clId="{6B4CB06F-29E1-49E8-AA2F-0097B2FB4188}" dt="2022-11-18T13:03:28.475" v="5931" actId="1076"/>
          <ac:spMkLst>
            <pc:docMk/>
            <pc:sldMk cId="3380008615" sldId="478"/>
            <ac:spMk id="7" creationId="{D75F65ED-B3BC-82C8-C766-67B9F5F0AE22}"/>
          </ac:spMkLst>
        </pc:spChg>
        <pc:spChg chg="add mod">
          <ac:chgData name="FRABOULET Xavier" userId="18e1457a-6c31-407b-a82c-fce6695e284c" providerId="ADAL" clId="{6B4CB06F-29E1-49E8-AA2F-0097B2FB4188}" dt="2022-11-18T13:03:09.091" v="5924" actId="20577"/>
          <ac:spMkLst>
            <pc:docMk/>
            <pc:sldMk cId="3380008615" sldId="478"/>
            <ac:spMk id="8" creationId="{D2A94F6C-921E-7A6F-1CA7-7D9D035106CA}"/>
          </ac:spMkLst>
        </pc:spChg>
        <pc:spChg chg="add mod">
          <ac:chgData name="FRABOULET Xavier" userId="18e1457a-6c31-407b-a82c-fce6695e284c" providerId="ADAL" clId="{6B4CB06F-29E1-49E8-AA2F-0097B2FB4188}" dt="2022-11-18T13:03:21.707" v="5930" actId="1076"/>
          <ac:spMkLst>
            <pc:docMk/>
            <pc:sldMk cId="3380008615" sldId="478"/>
            <ac:spMk id="9" creationId="{8DF8E260-4173-3779-61C7-CD3FFE8945FE}"/>
          </ac:spMkLst>
        </pc:spChg>
        <pc:picChg chg="add mod">
          <ac:chgData name="FRABOULET Xavier" userId="18e1457a-6c31-407b-a82c-fce6695e284c" providerId="ADAL" clId="{6B4CB06F-29E1-49E8-AA2F-0097B2FB4188}" dt="2022-11-18T13:01:31.931" v="5844" actId="1076"/>
          <ac:picMkLst>
            <pc:docMk/>
            <pc:sldMk cId="3380008615" sldId="478"/>
            <ac:picMk id="2050" creationId="{564E6A4C-825B-B866-707F-E822B763EA64}"/>
          </ac:picMkLst>
        </pc:picChg>
      </pc:sldChg>
      <pc:sldChg chg="addSp delSp modSp add del mod modNotesTx">
        <pc:chgData name="FRABOULET Xavier" userId="18e1457a-6c31-407b-a82c-fce6695e284c" providerId="ADAL" clId="{6B4CB06F-29E1-49E8-AA2F-0097B2FB4188}" dt="2022-11-22T17:02:06.020" v="9021" actId="47"/>
        <pc:sldMkLst>
          <pc:docMk/>
          <pc:sldMk cId="1919167486" sldId="479"/>
        </pc:sldMkLst>
        <pc:spChg chg="del mod">
          <ac:chgData name="FRABOULET Xavier" userId="18e1457a-6c31-407b-a82c-fce6695e284c" providerId="ADAL" clId="{6B4CB06F-29E1-49E8-AA2F-0097B2FB4188}" dt="2022-11-18T13:25:32.167" v="6627" actId="478"/>
          <ac:spMkLst>
            <pc:docMk/>
            <pc:sldMk cId="1919167486" sldId="479"/>
            <ac:spMk id="2" creationId="{B747FA04-5950-C6F6-63EF-17FAC8D0C65B}"/>
          </ac:spMkLst>
        </pc:spChg>
        <pc:spChg chg="mod">
          <ac:chgData name="FRABOULET Xavier" userId="18e1457a-6c31-407b-a82c-fce6695e284c" providerId="ADAL" clId="{6B4CB06F-29E1-49E8-AA2F-0097B2FB4188}" dt="2022-11-22T15:48:21.071" v="8174" actId="20577"/>
          <ac:spMkLst>
            <pc:docMk/>
            <pc:sldMk cId="1919167486" sldId="479"/>
            <ac:spMk id="5" creationId="{2D9F79FE-2C9A-BAB8-E1CF-56248F3D9600}"/>
          </ac:spMkLst>
        </pc:spChg>
        <pc:spChg chg="add del mod">
          <ac:chgData name="FRABOULET Xavier" userId="18e1457a-6c31-407b-a82c-fce6695e284c" providerId="ADAL" clId="{6B4CB06F-29E1-49E8-AA2F-0097B2FB4188}" dt="2022-11-18T13:25:18.819" v="6620"/>
          <ac:spMkLst>
            <pc:docMk/>
            <pc:sldMk cId="1919167486" sldId="479"/>
            <ac:spMk id="7" creationId="{1788F49B-6908-AED4-B70F-7DDD0E92F435}"/>
          </ac:spMkLst>
        </pc:spChg>
        <pc:spChg chg="add del mod">
          <ac:chgData name="FRABOULET Xavier" userId="18e1457a-6c31-407b-a82c-fce6695e284c" providerId="ADAL" clId="{6B4CB06F-29E1-49E8-AA2F-0097B2FB4188}" dt="2022-11-18T13:26:01.790" v="6632" actId="478"/>
          <ac:spMkLst>
            <pc:docMk/>
            <pc:sldMk cId="1919167486" sldId="479"/>
            <ac:spMk id="9" creationId="{C5DF1B5D-B6E3-38C7-25D0-037298B5028E}"/>
          </ac:spMkLst>
        </pc:spChg>
        <pc:spChg chg="add del mod">
          <ac:chgData name="FRABOULET Xavier" userId="18e1457a-6c31-407b-a82c-fce6695e284c" providerId="ADAL" clId="{6B4CB06F-29E1-49E8-AA2F-0097B2FB4188}" dt="2022-11-18T13:25:45.304" v="6630" actId="478"/>
          <ac:spMkLst>
            <pc:docMk/>
            <pc:sldMk cId="1919167486" sldId="479"/>
            <ac:spMk id="10" creationId="{37545071-9627-0F1B-B715-9B03DD910D0B}"/>
          </ac:spMkLst>
        </pc:spChg>
        <pc:spChg chg="add del mod">
          <ac:chgData name="FRABOULET Xavier" userId="18e1457a-6c31-407b-a82c-fce6695e284c" providerId="ADAL" clId="{6B4CB06F-29E1-49E8-AA2F-0097B2FB4188}" dt="2022-11-18T13:26:03.514" v="6633" actId="478"/>
          <ac:spMkLst>
            <pc:docMk/>
            <pc:sldMk cId="1919167486" sldId="479"/>
            <ac:spMk id="12" creationId="{DBA28CE8-DD3B-AC71-4056-56949FE2427A}"/>
          </ac:spMkLst>
        </pc:spChg>
        <pc:spChg chg="add mod">
          <ac:chgData name="FRABOULET Xavier" userId="18e1457a-6c31-407b-a82c-fce6695e284c" providerId="ADAL" clId="{6B4CB06F-29E1-49E8-AA2F-0097B2FB4188}" dt="2022-11-22T15:54:46.875" v="8316" actId="20577"/>
          <ac:spMkLst>
            <pc:docMk/>
            <pc:sldMk cId="1919167486" sldId="479"/>
            <ac:spMk id="13" creationId="{72A724BA-B002-2EB2-DA51-9D7D9611DC60}"/>
          </ac:spMkLst>
        </pc:spChg>
        <pc:picChg chg="del">
          <ac:chgData name="FRABOULET Xavier" userId="18e1457a-6c31-407b-a82c-fce6695e284c" providerId="ADAL" clId="{6B4CB06F-29E1-49E8-AA2F-0097B2FB4188}" dt="2022-11-18T13:22:30.605" v="6389" actId="478"/>
          <ac:picMkLst>
            <pc:docMk/>
            <pc:sldMk cId="1919167486" sldId="479"/>
            <ac:picMk id="47" creationId="{9E29C59D-EF97-50A3-15FE-3AE820251767}"/>
          </ac:picMkLst>
        </pc:picChg>
        <pc:picChg chg="del">
          <ac:chgData name="FRABOULET Xavier" userId="18e1457a-6c31-407b-a82c-fce6695e284c" providerId="ADAL" clId="{6B4CB06F-29E1-49E8-AA2F-0097B2FB4188}" dt="2022-11-18T13:22:31.147" v="6390" actId="478"/>
          <ac:picMkLst>
            <pc:docMk/>
            <pc:sldMk cId="1919167486" sldId="479"/>
            <ac:picMk id="49" creationId="{0AF2ED76-9531-54A8-AC6A-0CFDCC0784F7}"/>
          </ac:picMkLst>
        </pc:picChg>
        <pc:picChg chg="add mod">
          <ac:chgData name="FRABOULET Xavier" userId="18e1457a-6c31-407b-a82c-fce6695e284c" providerId="ADAL" clId="{6B4CB06F-29E1-49E8-AA2F-0097B2FB4188}" dt="2022-11-22T15:52:39.248" v="8314" actId="1076"/>
          <ac:picMkLst>
            <pc:docMk/>
            <pc:sldMk cId="1919167486" sldId="479"/>
            <ac:picMk id="3074" creationId="{8E16BA41-0658-395A-FB76-483CF2092230}"/>
          </ac:picMkLst>
        </pc:picChg>
      </pc:sldChg>
      <pc:sldChg chg="add del">
        <pc:chgData name="FRABOULET Xavier" userId="18e1457a-6c31-407b-a82c-fce6695e284c" providerId="ADAL" clId="{6B4CB06F-29E1-49E8-AA2F-0097B2FB4188}" dt="2022-11-22T15:44:17.319" v="8084" actId="47"/>
        <pc:sldMkLst>
          <pc:docMk/>
          <pc:sldMk cId="2820180045" sldId="480"/>
        </pc:sldMkLst>
      </pc:sldChg>
      <pc:sldChg chg="add del">
        <pc:chgData name="FRABOULET Xavier" userId="18e1457a-6c31-407b-a82c-fce6695e284c" providerId="ADAL" clId="{6B4CB06F-29E1-49E8-AA2F-0097B2FB4188}" dt="2022-11-19T16:46:01.724" v="6784" actId="47"/>
        <pc:sldMkLst>
          <pc:docMk/>
          <pc:sldMk cId="3129998781" sldId="481"/>
        </pc:sldMkLst>
      </pc:sldChg>
      <pc:sldChg chg="modSp add mod modNotesTx">
        <pc:chgData name="FRABOULET Xavier" userId="18e1457a-6c31-407b-a82c-fce6695e284c" providerId="ADAL" clId="{6B4CB06F-29E1-49E8-AA2F-0097B2FB4188}" dt="2022-11-28T14:03:57.070" v="11020" actId="20577"/>
        <pc:sldMkLst>
          <pc:docMk/>
          <pc:sldMk cId="3952338531" sldId="481"/>
        </pc:sldMkLst>
        <pc:spChg chg="mod">
          <ac:chgData name="FRABOULET Xavier" userId="18e1457a-6c31-407b-a82c-fce6695e284c" providerId="ADAL" clId="{6B4CB06F-29E1-49E8-AA2F-0097B2FB4188}" dt="2022-11-19T17:36:16.551" v="7895" actId="20577"/>
          <ac:spMkLst>
            <pc:docMk/>
            <pc:sldMk cId="3952338531" sldId="481"/>
            <ac:spMk id="2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19T16:58:07.898" v="7282" actId="20577"/>
          <ac:spMkLst>
            <pc:docMk/>
            <pc:sldMk cId="3952338531" sldId="481"/>
            <ac:spMk id="5" creationId="{00000000-0000-0000-0000-000000000000}"/>
          </ac:spMkLst>
        </pc:spChg>
      </pc:sldChg>
      <pc:sldChg chg="addSp delSp modSp add mod ord">
        <pc:chgData name="FRABOULET Xavier" userId="18e1457a-6c31-407b-a82c-fce6695e284c" providerId="ADAL" clId="{6B4CB06F-29E1-49E8-AA2F-0097B2FB4188}" dt="2022-11-28T08:39:11.045" v="10163" actId="20577"/>
        <pc:sldMkLst>
          <pc:docMk/>
          <pc:sldMk cId="873164207" sldId="482"/>
        </pc:sldMkLst>
        <pc:spChg chg="mod">
          <ac:chgData name="FRABOULET Xavier" userId="18e1457a-6c31-407b-a82c-fce6695e284c" providerId="ADAL" clId="{6B4CB06F-29E1-49E8-AA2F-0097B2FB4188}" dt="2022-11-28T08:39:11.045" v="10163" actId="20577"/>
          <ac:spMkLst>
            <pc:docMk/>
            <pc:sldMk cId="873164207" sldId="482"/>
            <ac:spMk id="2" creationId="{B45AFE0E-5CEA-6BA6-24EE-062451B95C2B}"/>
          </ac:spMkLst>
        </pc:spChg>
        <pc:spChg chg="mod">
          <ac:chgData name="FRABOULET Xavier" userId="18e1457a-6c31-407b-a82c-fce6695e284c" providerId="ADAL" clId="{6B4CB06F-29E1-49E8-AA2F-0097B2FB4188}" dt="2022-11-28T08:10:27.807" v="9750" actId="20577"/>
          <ac:spMkLst>
            <pc:docMk/>
            <pc:sldMk cId="873164207" sldId="482"/>
            <ac:spMk id="6" creationId="{83642117-E65B-8F2A-B460-61E254D5876D}"/>
          </ac:spMkLst>
        </pc:spChg>
        <pc:picChg chg="add mod">
          <ac:chgData name="FRABOULET Xavier" userId="18e1457a-6c31-407b-a82c-fce6695e284c" providerId="ADAL" clId="{6B4CB06F-29E1-49E8-AA2F-0097B2FB4188}" dt="2022-11-28T08:33:47.036" v="10050" actId="1076"/>
          <ac:picMkLst>
            <pc:docMk/>
            <pc:sldMk cId="873164207" sldId="482"/>
            <ac:picMk id="7" creationId="{43CA14A1-6176-A4CF-C31E-6C70800787B6}"/>
          </ac:picMkLst>
        </pc:picChg>
        <pc:picChg chg="del">
          <ac:chgData name="FRABOULET Xavier" userId="18e1457a-6c31-407b-a82c-fce6695e284c" providerId="ADAL" clId="{6B4CB06F-29E1-49E8-AA2F-0097B2FB4188}" dt="2022-11-28T07:55:16.015" v="9167" actId="21"/>
          <ac:picMkLst>
            <pc:docMk/>
            <pc:sldMk cId="873164207" sldId="482"/>
            <ac:picMk id="1028" creationId="{3DB02ED7-931C-3DAD-66DF-2AB970B90C80}"/>
          </ac:picMkLst>
        </pc:picChg>
      </pc:sldChg>
      <pc:sldChg chg="addSp delSp modSp new del mod">
        <pc:chgData name="FRABOULET Xavier" userId="18e1457a-6c31-407b-a82c-fce6695e284c" providerId="ADAL" clId="{6B4CB06F-29E1-49E8-AA2F-0097B2FB4188}" dt="2022-11-22T17:14:28.447" v="9161" actId="2696"/>
        <pc:sldMkLst>
          <pc:docMk/>
          <pc:sldMk cId="3131130695" sldId="482"/>
        </pc:sldMkLst>
        <pc:spChg chg="add del">
          <ac:chgData name="FRABOULET Xavier" userId="18e1457a-6c31-407b-a82c-fce6695e284c" providerId="ADAL" clId="{6B4CB06F-29E1-49E8-AA2F-0097B2FB4188}" dt="2022-11-22T15:59:36.174" v="8319" actId="22"/>
          <ac:spMkLst>
            <pc:docMk/>
            <pc:sldMk cId="3131130695" sldId="482"/>
            <ac:spMk id="8" creationId="{4B381C70-FC42-76D8-B0C5-335C3D2D4A5E}"/>
          </ac:spMkLst>
        </pc:spChg>
        <pc:spChg chg="add del mod">
          <ac:chgData name="FRABOULET Xavier" userId="18e1457a-6c31-407b-a82c-fce6695e284c" providerId="ADAL" clId="{6B4CB06F-29E1-49E8-AA2F-0097B2FB4188}" dt="2022-11-22T15:59:54.913" v="8322" actId="478"/>
          <ac:spMkLst>
            <pc:docMk/>
            <pc:sldMk cId="3131130695" sldId="482"/>
            <ac:spMk id="10" creationId="{05B0D020-FADA-6613-E4ED-FC2A5972599A}"/>
          </ac:spMkLst>
        </pc:spChg>
        <pc:picChg chg="add del mod">
          <ac:chgData name="FRABOULET Xavier" userId="18e1457a-6c31-407b-a82c-fce6695e284c" providerId="ADAL" clId="{6B4CB06F-29E1-49E8-AA2F-0097B2FB4188}" dt="2022-11-22T16:00:24.362" v="8325" actId="478"/>
          <ac:picMkLst>
            <pc:docMk/>
            <pc:sldMk cId="3131130695" sldId="482"/>
            <ac:picMk id="1026" creationId="{F51D54A8-85F3-FAB2-35F1-81CE79707B1B}"/>
          </ac:picMkLst>
        </pc:picChg>
        <pc:picChg chg="add mod">
          <ac:chgData name="FRABOULET Xavier" userId="18e1457a-6c31-407b-a82c-fce6695e284c" providerId="ADAL" clId="{6B4CB06F-29E1-49E8-AA2F-0097B2FB4188}" dt="2022-11-22T16:00:35.546" v="8330" actId="1076"/>
          <ac:picMkLst>
            <pc:docMk/>
            <pc:sldMk cId="3131130695" sldId="482"/>
            <ac:picMk id="1028" creationId="{3DB02ED7-931C-3DAD-66DF-2AB970B90C80}"/>
          </ac:picMkLst>
        </pc:picChg>
      </pc:sldChg>
      <pc:sldChg chg="modSp new mod">
        <pc:chgData name="FRABOULET Xavier" userId="18e1457a-6c31-407b-a82c-fce6695e284c" providerId="ADAL" clId="{6B4CB06F-29E1-49E8-AA2F-0097B2FB4188}" dt="2022-11-22T17:11:22.933" v="9124" actId="20577"/>
        <pc:sldMkLst>
          <pc:docMk/>
          <pc:sldMk cId="3650620899" sldId="483"/>
        </pc:sldMkLst>
        <pc:spChg chg="mod">
          <ac:chgData name="FRABOULET Xavier" userId="18e1457a-6c31-407b-a82c-fce6695e284c" providerId="ADAL" clId="{6B4CB06F-29E1-49E8-AA2F-0097B2FB4188}" dt="2022-11-22T17:11:22.933" v="9124" actId="20577"/>
          <ac:spMkLst>
            <pc:docMk/>
            <pc:sldMk cId="3650620899" sldId="483"/>
            <ac:spMk id="2" creationId="{3068B5C0-51C8-D211-C47E-CE7628BFC5C0}"/>
          </ac:spMkLst>
        </pc:spChg>
        <pc:spChg chg="mod">
          <ac:chgData name="FRABOULET Xavier" userId="18e1457a-6c31-407b-a82c-fce6695e284c" providerId="ADAL" clId="{6B4CB06F-29E1-49E8-AA2F-0097B2FB4188}" dt="2022-11-22T16:23:58.619" v="8379" actId="20577"/>
          <ac:spMkLst>
            <pc:docMk/>
            <pc:sldMk cId="3650620899" sldId="483"/>
            <ac:spMk id="5" creationId="{E4AD75E0-F4FF-3823-7E8B-9CDA9ED6E21D}"/>
          </ac:spMkLst>
        </pc:spChg>
        <pc:spChg chg="mod">
          <ac:chgData name="FRABOULET Xavier" userId="18e1457a-6c31-407b-a82c-fce6695e284c" providerId="ADAL" clId="{6B4CB06F-29E1-49E8-AA2F-0097B2FB4188}" dt="2022-11-22T16:23:25.265" v="8349" actId="20577"/>
          <ac:spMkLst>
            <pc:docMk/>
            <pc:sldMk cId="3650620899" sldId="483"/>
            <ac:spMk id="6" creationId="{BE90A946-C960-3A00-4008-70283FEE7764}"/>
          </ac:spMkLst>
        </pc:spChg>
      </pc:sldChg>
      <pc:sldChg chg="modSp add mod">
        <pc:chgData name="FRABOULET Xavier" userId="18e1457a-6c31-407b-a82c-fce6695e284c" providerId="ADAL" clId="{6B4CB06F-29E1-49E8-AA2F-0097B2FB4188}" dt="2022-11-22T17:14:21.314" v="9160" actId="20577"/>
        <pc:sldMkLst>
          <pc:docMk/>
          <pc:sldMk cId="1275955914" sldId="484"/>
        </pc:sldMkLst>
        <pc:spChg chg="mod">
          <ac:chgData name="FRABOULET Xavier" userId="18e1457a-6c31-407b-a82c-fce6695e284c" providerId="ADAL" clId="{6B4CB06F-29E1-49E8-AA2F-0097B2FB4188}" dt="2022-11-22T17:14:21.314" v="9160" actId="20577"/>
          <ac:spMkLst>
            <pc:docMk/>
            <pc:sldMk cId="1275955914" sldId="484"/>
            <ac:spMk id="2" creationId="{3068B5C0-51C8-D211-C47E-CE7628BFC5C0}"/>
          </ac:spMkLst>
        </pc:spChg>
        <pc:spChg chg="mod">
          <ac:chgData name="FRABOULET Xavier" userId="18e1457a-6c31-407b-a82c-fce6695e284c" providerId="ADAL" clId="{6B4CB06F-29E1-49E8-AA2F-0097B2FB4188}" dt="2022-11-22T17:14:12.831" v="9144" actId="20577"/>
          <ac:spMkLst>
            <pc:docMk/>
            <pc:sldMk cId="1275955914" sldId="484"/>
            <ac:spMk id="6" creationId="{BE90A946-C960-3A00-4008-70283FEE7764}"/>
          </ac:spMkLst>
        </pc:spChg>
      </pc:sldChg>
      <pc:sldChg chg="delSp modSp add mod modNotesTx">
        <pc:chgData name="FRABOULET Xavier" userId="18e1457a-6c31-407b-a82c-fce6695e284c" providerId="ADAL" clId="{6B4CB06F-29E1-49E8-AA2F-0097B2FB4188}" dt="2022-11-22T16:56:01.392" v="8780" actId="20577"/>
        <pc:sldMkLst>
          <pc:docMk/>
          <pc:sldMk cId="3023930098" sldId="485"/>
        </pc:sldMkLst>
        <pc:spChg chg="mod">
          <ac:chgData name="FRABOULET Xavier" userId="18e1457a-6c31-407b-a82c-fce6695e284c" providerId="ADAL" clId="{6B4CB06F-29E1-49E8-AA2F-0097B2FB4188}" dt="2022-11-22T16:53:16.206" v="8654" actId="20577"/>
          <ac:spMkLst>
            <pc:docMk/>
            <pc:sldMk cId="3023930098" sldId="485"/>
            <ac:spMk id="2" creationId="{B747FA04-5950-C6F6-63EF-17FAC8D0C65B}"/>
          </ac:spMkLst>
        </pc:spChg>
        <pc:spChg chg="mod">
          <ac:chgData name="FRABOULET Xavier" userId="18e1457a-6c31-407b-a82c-fce6695e284c" providerId="ADAL" clId="{6B4CB06F-29E1-49E8-AA2F-0097B2FB4188}" dt="2022-11-22T16:52:35.238" v="8644" actId="20577"/>
          <ac:spMkLst>
            <pc:docMk/>
            <pc:sldMk cId="3023930098" sldId="485"/>
            <ac:spMk id="5" creationId="{2D9F79FE-2C9A-BAB8-E1CF-56248F3D9600}"/>
          </ac:spMkLst>
        </pc:spChg>
        <pc:spChg chg="mod">
          <ac:chgData name="FRABOULET Xavier" userId="18e1457a-6c31-407b-a82c-fce6695e284c" providerId="ADAL" clId="{6B4CB06F-29E1-49E8-AA2F-0097B2FB4188}" dt="2022-11-22T16:56:01.392" v="8780" actId="20577"/>
          <ac:spMkLst>
            <pc:docMk/>
            <pc:sldMk cId="3023930098" sldId="485"/>
            <ac:spMk id="12" creationId="{013351D9-FFC9-F6DE-C441-C234BE912881}"/>
          </ac:spMkLst>
        </pc:spChg>
        <pc:spChg chg="mod">
          <ac:chgData name="FRABOULET Xavier" userId="18e1457a-6c31-407b-a82c-fce6695e284c" providerId="ADAL" clId="{6B4CB06F-29E1-49E8-AA2F-0097B2FB4188}" dt="2022-11-22T16:54:39.616" v="8712" actId="20577"/>
          <ac:spMkLst>
            <pc:docMk/>
            <pc:sldMk cId="3023930098" sldId="485"/>
            <ac:spMk id="13" creationId="{2D1C0747-7199-45C7-18BD-F8B901EC11EF}"/>
          </ac:spMkLst>
        </pc:spChg>
        <pc:picChg chg="del">
          <ac:chgData name="FRABOULET Xavier" userId="18e1457a-6c31-407b-a82c-fce6695e284c" providerId="ADAL" clId="{6B4CB06F-29E1-49E8-AA2F-0097B2FB4188}" dt="2022-11-22T16:53:00.064" v="8645" actId="478"/>
          <ac:picMkLst>
            <pc:docMk/>
            <pc:sldMk cId="3023930098" sldId="485"/>
            <ac:picMk id="7" creationId="{A926BCB9-D649-DE65-906E-CC66C570E845}"/>
          </ac:picMkLst>
        </pc:picChg>
        <pc:picChg chg="del mod">
          <ac:chgData name="FRABOULET Xavier" userId="18e1457a-6c31-407b-a82c-fce6695e284c" providerId="ADAL" clId="{6B4CB06F-29E1-49E8-AA2F-0097B2FB4188}" dt="2022-11-22T16:54:58.323" v="8715" actId="478"/>
          <ac:picMkLst>
            <pc:docMk/>
            <pc:sldMk cId="3023930098" sldId="485"/>
            <ac:picMk id="2050" creationId="{B5D41E6A-1083-18E6-484E-B47A8EDF04D9}"/>
          </ac:picMkLst>
        </pc:picChg>
      </pc:sldChg>
      <pc:sldChg chg="addSp delSp modSp add mod modNotesTx">
        <pc:chgData name="FRABOULET Xavier" userId="18e1457a-6c31-407b-a82c-fce6695e284c" providerId="ADAL" clId="{6B4CB06F-29E1-49E8-AA2F-0097B2FB4188}" dt="2022-11-22T17:14:46.398" v="9165" actId="478"/>
        <pc:sldMkLst>
          <pc:docMk/>
          <pc:sldMk cId="4109771998" sldId="486"/>
        </pc:sldMkLst>
        <pc:spChg chg="mod">
          <ac:chgData name="FRABOULET Xavier" userId="18e1457a-6c31-407b-a82c-fce6695e284c" providerId="ADAL" clId="{6B4CB06F-29E1-49E8-AA2F-0097B2FB4188}" dt="2022-11-22T17:07:30.492" v="9032" actId="20577"/>
          <ac:spMkLst>
            <pc:docMk/>
            <pc:sldMk cId="4109771998" sldId="486"/>
            <ac:spMk id="2" creationId="{B747FA04-5950-C6F6-63EF-17FAC8D0C65B}"/>
          </ac:spMkLst>
        </pc:spChg>
        <pc:spChg chg="mod">
          <ac:chgData name="FRABOULET Xavier" userId="18e1457a-6c31-407b-a82c-fce6695e284c" providerId="ADAL" clId="{6B4CB06F-29E1-49E8-AA2F-0097B2FB4188}" dt="2022-11-22T16:56:42.811" v="8792" actId="20577"/>
          <ac:spMkLst>
            <pc:docMk/>
            <pc:sldMk cId="4109771998" sldId="486"/>
            <ac:spMk id="5" creationId="{2D9F79FE-2C9A-BAB8-E1CF-56248F3D9600}"/>
          </ac:spMkLst>
        </pc:spChg>
        <pc:spChg chg="mod">
          <ac:chgData name="FRABOULET Xavier" userId="18e1457a-6c31-407b-a82c-fce6695e284c" providerId="ADAL" clId="{6B4CB06F-29E1-49E8-AA2F-0097B2FB4188}" dt="2022-11-22T17:00:39.975" v="9019" actId="20577"/>
          <ac:spMkLst>
            <pc:docMk/>
            <pc:sldMk cId="4109771998" sldId="486"/>
            <ac:spMk id="12" creationId="{013351D9-FFC9-F6DE-C441-C234BE912881}"/>
          </ac:spMkLst>
        </pc:spChg>
        <pc:spChg chg="mod">
          <ac:chgData name="FRABOULET Xavier" userId="18e1457a-6c31-407b-a82c-fce6695e284c" providerId="ADAL" clId="{6B4CB06F-29E1-49E8-AA2F-0097B2FB4188}" dt="2022-11-22T16:59:40.658" v="8933" actId="20577"/>
          <ac:spMkLst>
            <pc:docMk/>
            <pc:sldMk cId="4109771998" sldId="486"/>
            <ac:spMk id="13" creationId="{2D1C0747-7199-45C7-18BD-F8B901EC11EF}"/>
          </ac:spMkLst>
        </pc:spChg>
        <pc:picChg chg="del">
          <ac:chgData name="FRABOULET Xavier" userId="18e1457a-6c31-407b-a82c-fce6695e284c" providerId="ADAL" clId="{6B4CB06F-29E1-49E8-AA2F-0097B2FB4188}" dt="2022-11-22T16:57:18.946" v="8825" actId="478"/>
          <ac:picMkLst>
            <pc:docMk/>
            <pc:sldMk cId="4109771998" sldId="486"/>
            <ac:picMk id="7" creationId="{A926BCB9-D649-DE65-906E-CC66C570E845}"/>
          </ac:picMkLst>
        </pc:picChg>
        <pc:picChg chg="add mod">
          <ac:chgData name="FRABOULET Xavier" userId="18e1457a-6c31-407b-a82c-fce6695e284c" providerId="ADAL" clId="{6B4CB06F-29E1-49E8-AA2F-0097B2FB4188}" dt="2022-11-22T16:59:43.598" v="8935" actId="1076"/>
          <ac:picMkLst>
            <pc:docMk/>
            <pc:sldMk cId="4109771998" sldId="486"/>
            <ac:picMk id="8" creationId="{33D5B5A7-0F2E-F12D-4FAA-CA87BBFB5DB6}"/>
          </ac:picMkLst>
        </pc:picChg>
        <pc:picChg chg="del mod">
          <ac:chgData name="FRABOULET Xavier" userId="18e1457a-6c31-407b-a82c-fce6695e284c" providerId="ADAL" clId="{6B4CB06F-29E1-49E8-AA2F-0097B2FB4188}" dt="2022-11-22T17:14:46.398" v="9165" actId="478"/>
          <ac:picMkLst>
            <pc:docMk/>
            <pc:sldMk cId="4109771998" sldId="486"/>
            <ac:picMk id="2050" creationId="{B5D41E6A-1083-18E6-484E-B47A8EDF04D9}"/>
          </ac:picMkLst>
        </pc:picChg>
      </pc:sldChg>
      <pc:sldChg chg="modSp add mod">
        <pc:chgData name="FRABOULET Xavier" userId="18e1457a-6c31-407b-a82c-fce6695e284c" providerId="ADAL" clId="{6B4CB06F-29E1-49E8-AA2F-0097B2FB4188}" dt="2022-11-28T08:47:18.083" v="10563" actId="20577"/>
        <pc:sldMkLst>
          <pc:docMk/>
          <pc:sldMk cId="937425885" sldId="487"/>
        </pc:sldMkLst>
        <pc:spChg chg="mod">
          <ac:chgData name="FRABOULET Xavier" userId="18e1457a-6c31-407b-a82c-fce6695e284c" providerId="ADAL" clId="{6B4CB06F-29E1-49E8-AA2F-0097B2FB4188}" dt="2022-11-28T08:47:18.083" v="10563" actId="20577"/>
          <ac:spMkLst>
            <pc:docMk/>
            <pc:sldMk cId="937425885" sldId="487"/>
            <ac:spMk id="2" creationId="{00000000-0000-0000-0000-000000000000}"/>
          </ac:spMkLst>
        </pc:spChg>
      </pc:sldChg>
      <pc:sldChg chg="modSp add mod">
        <pc:chgData name="FRABOULET Xavier" userId="18e1457a-6c31-407b-a82c-fce6695e284c" providerId="ADAL" clId="{6B4CB06F-29E1-49E8-AA2F-0097B2FB4188}" dt="2022-11-28T13:42:47.210" v="10703" actId="20577"/>
        <pc:sldMkLst>
          <pc:docMk/>
          <pc:sldMk cId="2178276352" sldId="488"/>
        </pc:sldMkLst>
        <pc:spChg chg="mod">
          <ac:chgData name="FRABOULET Xavier" userId="18e1457a-6c31-407b-a82c-fce6695e284c" providerId="ADAL" clId="{6B4CB06F-29E1-49E8-AA2F-0097B2FB4188}" dt="2022-11-28T13:42:47.210" v="10703" actId="20577"/>
          <ac:spMkLst>
            <pc:docMk/>
            <pc:sldMk cId="2178276352" sldId="488"/>
            <ac:spMk id="2" creationId="{00000000-0000-0000-0000-000000000000}"/>
          </ac:spMkLst>
        </pc:spChg>
        <pc:spChg chg="mod">
          <ac:chgData name="FRABOULET Xavier" userId="18e1457a-6c31-407b-a82c-fce6695e284c" providerId="ADAL" clId="{6B4CB06F-29E1-49E8-AA2F-0097B2FB4188}" dt="2022-11-28T08:47:07.460" v="10551" actId="20577"/>
          <ac:spMkLst>
            <pc:docMk/>
            <pc:sldMk cId="2178276352" sldId="488"/>
            <ac:spMk id="6" creationId="{00000000-0000-0000-0000-000000000000}"/>
          </ac:spMkLst>
        </pc:spChg>
      </pc:sldChg>
      <pc:sldChg chg="addSp delSp modSp add mod">
        <pc:chgData name="FRABOULET Xavier" userId="18e1457a-6c31-407b-a82c-fce6695e284c" providerId="ADAL" clId="{6B4CB06F-29E1-49E8-AA2F-0097B2FB4188}" dt="2022-11-28T08:45:20.722" v="10357" actId="20577"/>
        <pc:sldMkLst>
          <pc:docMk/>
          <pc:sldMk cId="3039584805" sldId="489"/>
        </pc:sldMkLst>
        <pc:spChg chg="mod">
          <ac:chgData name="FRABOULET Xavier" userId="18e1457a-6c31-407b-a82c-fce6695e284c" providerId="ADAL" clId="{6B4CB06F-29E1-49E8-AA2F-0097B2FB4188}" dt="2022-11-28T08:41:46.598" v="10257" actId="20577"/>
          <ac:spMkLst>
            <pc:docMk/>
            <pc:sldMk cId="3039584805" sldId="489"/>
            <ac:spMk id="2" creationId="{B45AFE0E-5CEA-6BA6-24EE-062451B95C2B}"/>
          </ac:spMkLst>
        </pc:spChg>
        <pc:spChg chg="mod">
          <ac:chgData name="FRABOULET Xavier" userId="18e1457a-6c31-407b-a82c-fce6695e284c" providerId="ADAL" clId="{6B4CB06F-29E1-49E8-AA2F-0097B2FB4188}" dt="2022-11-28T08:45:20.722" v="10357" actId="20577"/>
          <ac:spMkLst>
            <pc:docMk/>
            <pc:sldMk cId="3039584805" sldId="489"/>
            <ac:spMk id="5" creationId="{D302AF02-719D-34AF-AC95-974479CEC8D0}"/>
          </ac:spMkLst>
        </pc:spChg>
        <pc:spChg chg="add mod">
          <ac:chgData name="FRABOULET Xavier" userId="18e1457a-6c31-407b-a82c-fce6695e284c" providerId="ADAL" clId="{6B4CB06F-29E1-49E8-AA2F-0097B2FB4188}" dt="2022-11-28T08:45:13.368" v="10338" actId="20577"/>
          <ac:spMkLst>
            <pc:docMk/>
            <pc:sldMk cId="3039584805" sldId="489"/>
            <ac:spMk id="8" creationId="{854AAC38-4D5E-96D9-121E-5491F2A98D14}"/>
          </ac:spMkLst>
        </pc:spChg>
        <pc:picChg chg="del">
          <ac:chgData name="FRABOULET Xavier" userId="18e1457a-6c31-407b-a82c-fce6695e284c" providerId="ADAL" clId="{6B4CB06F-29E1-49E8-AA2F-0097B2FB4188}" dt="2022-11-28T08:11:06.239" v="9752" actId="478"/>
          <ac:picMkLst>
            <pc:docMk/>
            <pc:sldMk cId="3039584805" sldId="489"/>
            <ac:picMk id="7" creationId="{43CA14A1-6176-A4CF-C31E-6C70800787B6}"/>
          </ac:picMkLst>
        </pc:picChg>
      </pc:sldChg>
      <pc:sldChg chg="modSp add mod">
        <pc:chgData name="FRABOULET Xavier" userId="18e1457a-6c31-407b-a82c-fce6695e284c" providerId="ADAL" clId="{6B4CB06F-29E1-49E8-AA2F-0097B2FB4188}" dt="2022-11-28T08:46:34.142" v="10522" actId="20577"/>
        <pc:sldMkLst>
          <pc:docMk/>
          <pc:sldMk cId="2983839745" sldId="490"/>
        </pc:sldMkLst>
        <pc:spChg chg="mod">
          <ac:chgData name="FRABOULET Xavier" userId="18e1457a-6c31-407b-a82c-fce6695e284c" providerId="ADAL" clId="{6B4CB06F-29E1-49E8-AA2F-0097B2FB4188}" dt="2022-11-28T08:46:34.142" v="10522" actId="20577"/>
          <ac:spMkLst>
            <pc:docMk/>
            <pc:sldMk cId="2983839745" sldId="490"/>
            <ac:spMk id="2" creationId="{3068B5C0-51C8-D211-C47E-CE7628BFC5C0}"/>
          </ac:spMkLst>
        </pc:spChg>
        <pc:spChg chg="mod">
          <ac:chgData name="FRABOULET Xavier" userId="18e1457a-6c31-407b-a82c-fce6695e284c" providerId="ADAL" clId="{6B4CB06F-29E1-49E8-AA2F-0097B2FB4188}" dt="2022-11-28T08:45:48.371" v="10394" actId="6549"/>
          <ac:spMkLst>
            <pc:docMk/>
            <pc:sldMk cId="2983839745" sldId="490"/>
            <ac:spMk id="5" creationId="{E4AD75E0-F4FF-3823-7E8B-9CDA9ED6E21D}"/>
          </ac:spMkLst>
        </pc:spChg>
        <pc:spChg chg="mod">
          <ac:chgData name="FRABOULET Xavier" userId="18e1457a-6c31-407b-a82c-fce6695e284c" providerId="ADAL" clId="{6B4CB06F-29E1-49E8-AA2F-0097B2FB4188}" dt="2022-11-28T08:45:51.187" v="10395" actId="20577"/>
          <ac:spMkLst>
            <pc:docMk/>
            <pc:sldMk cId="2983839745" sldId="490"/>
            <ac:spMk id="6" creationId="{BE90A946-C960-3A00-4008-70283FEE7764}"/>
          </ac:spMkLst>
        </pc:spChg>
      </pc:sldChg>
    </pc:docChg>
  </pc:docChgLst>
  <pc:docChgLst>
    <pc:chgData name="FRABOULET Xavier" userId="18e1457a-6c31-407b-a82c-fce6695e284c" providerId="ADAL" clId="{3355E87B-8127-45B1-A314-46EFD6F561F4}"/>
    <pc:docChg chg="undo redo custSel addSld delSld modSld sldOrd">
      <pc:chgData name="FRABOULET Xavier" userId="18e1457a-6c31-407b-a82c-fce6695e284c" providerId="ADAL" clId="{3355E87B-8127-45B1-A314-46EFD6F561F4}" dt="2023-12-14T17:08:58.518" v="1182"/>
      <pc:docMkLst>
        <pc:docMk/>
      </pc:docMkLst>
      <pc:sldChg chg="del">
        <pc:chgData name="FRABOULET Xavier" userId="18e1457a-6c31-407b-a82c-fce6695e284c" providerId="ADAL" clId="{3355E87B-8127-45B1-A314-46EFD6F561F4}" dt="2023-12-12T12:31:49.454" v="1048" actId="47"/>
        <pc:sldMkLst>
          <pc:docMk/>
          <pc:sldMk cId="2085250777" sldId="263"/>
        </pc:sldMkLst>
      </pc:sldChg>
      <pc:sldChg chg="modSp mod ord">
        <pc:chgData name="FRABOULET Xavier" userId="18e1457a-6c31-407b-a82c-fce6695e284c" providerId="ADAL" clId="{3355E87B-8127-45B1-A314-46EFD6F561F4}" dt="2023-12-14T17:08:58.518" v="1182"/>
        <pc:sldMkLst>
          <pc:docMk/>
          <pc:sldMk cId="811065827" sldId="265"/>
        </pc:sldMkLst>
        <pc:spChg chg="mod">
          <ac:chgData name="FRABOULET Xavier" userId="18e1457a-6c31-407b-a82c-fce6695e284c" providerId="ADAL" clId="{3355E87B-8127-45B1-A314-46EFD6F561F4}" dt="2023-12-12T12:31:53.845" v="1050" actId="6549"/>
          <ac:spMkLst>
            <pc:docMk/>
            <pc:sldMk cId="811065827" sldId="265"/>
            <ac:spMk id="2" creationId="{41FDAF23-3952-4BE0-A904-35EE3DCB179D}"/>
          </ac:spMkLst>
        </pc:spChg>
        <pc:spChg chg="mod">
          <ac:chgData name="FRABOULET Xavier" userId="18e1457a-6c31-407b-a82c-fce6695e284c" providerId="ADAL" clId="{3355E87B-8127-45B1-A314-46EFD6F561F4}" dt="2023-12-14T17:08:58.518" v="1182"/>
          <ac:spMkLst>
            <pc:docMk/>
            <pc:sldMk cId="811065827" sldId="265"/>
            <ac:spMk id="3" creationId="{31DFA70B-34D4-4D7E-8D44-380743E2A699}"/>
          </ac:spMkLst>
        </pc:spChg>
      </pc:sldChg>
      <pc:sldChg chg="modSp mod">
        <pc:chgData name="FRABOULET Xavier" userId="18e1457a-6c31-407b-a82c-fce6695e284c" providerId="ADAL" clId="{3355E87B-8127-45B1-A314-46EFD6F561F4}" dt="2023-12-12T12:28:16.838" v="1017" actId="20577"/>
        <pc:sldMkLst>
          <pc:docMk/>
          <pc:sldMk cId="3231393755" sldId="409"/>
        </pc:sldMkLst>
        <pc:spChg chg="mod">
          <ac:chgData name="FRABOULET Xavier" userId="18e1457a-6c31-407b-a82c-fce6695e284c" providerId="ADAL" clId="{3355E87B-8127-45B1-A314-46EFD6F561F4}" dt="2023-12-12T12:28:16.838" v="1017" actId="20577"/>
          <ac:spMkLst>
            <pc:docMk/>
            <pc:sldMk cId="3231393755" sldId="409"/>
            <ac:spMk id="3" creationId="{31DFA70B-34D4-4D7E-8D44-380743E2A699}"/>
          </ac:spMkLst>
        </pc:spChg>
      </pc:sldChg>
      <pc:sldChg chg="modNotesTx">
        <pc:chgData name="FRABOULET Xavier" userId="18e1457a-6c31-407b-a82c-fce6695e284c" providerId="ADAL" clId="{3355E87B-8127-45B1-A314-46EFD6F561F4}" dt="2023-12-11T08:04:13.397" v="496" actId="20577"/>
        <pc:sldMkLst>
          <pc:docMk/>
          <pc:sldMk cId="364453942" sldId="467"/>
        </pc:sldMkLst>
      </pc:sldChg>
      <pc:sldChg chg="modSp mod modNotesTx">
        <pc:chgData name="FRABOULET Xavier" userId="18e1457a-6c31-407b-a82c-fce6695e284c" providerId="ADAL" clId="{3355E87B-8127-45B1-A314-46EFD6F561F4}" dt="2023-12-11T07:53:13.303" v="390" actId="20577"/>
        <pc:sldMkLst>
          <pc:docMk/>
          <pc:sldMk cId="2614494145" sldId="468"/>
        </pc:sldMkLst>
        <pc:spChg chg="mod">
          <ac:chgData name="FRABOULET Xavier" userId="18e1457a-6c31-407b-a82c-fce6695e284c" providerId="ADAL" clId="{3355E87B-8127-45B1-A314-46EFD6F561F4}" dt="2023-12-11T07:50:40.634" v="170" actId="20577"/>
          <ac:spMkLst>
            <pc:docMk/>
            <pc:sldMk cId="2614494145" sldId="468"/>
            <ac:spMk id="2" creationId="{00000000-0000-0000-0000-000000000000}"/>
          </ac:spMkLst>
        </pc:spChg>
        <pc:spChg chg="mod">
          <ac:chgData name="FRABOULET Xavier" userId="18e1457a-6c31-407b-a82c-fce6695e284c" providerId="ADAL" clId="{3355E87B-8127-45B1-A314-46EFD6F561F4}" dt="2023-12-11T07:50:05.819" v="98" actId="20577"/>
          <ac:spMkLst>
            <pc:docMk/>
            <pc:sldMk cId="2614494145" sldId="468"/>
            <ac:spMk id="5" creationId="{00000000-0000-0000-0000-000000000000}"/>
          </ac:spMkLst>
        </pc:spChg>
      </pc:sldChg>
      <pc:sldChg chg="modSp del mod">
        <pc:chgData name="FRABOULET Xavier" userId="18e1457a-6c31-407b-a82c-fce6695e284c" providerId="ADAL" clId="{3355E87B-8127-45B1-A314-46EFD6F561F4}" dt="2023-12-11T10:10:23.405" v="694" actId="47"/>
        <pc:sldMkLst>
          <pc:docMk/>
          <pc:sldMk cId="873686495" sldId="471"/>
        </pc:sldMkLst>
        <pc:spChg chg="mod">
          <ac:chgData name="FRABOULET Xavier" userId="18e1457a-6c31-407b-a82c-fce6695e284c" providerId="ADAL" clId="{3355E87B-8127-45B1-A314-46EFD6F561F4}" dt="2023-12-11T09:35:12.964" v="521" actId="1076"/>
          <ac:spMkLst>
            <pc:docMk/>
            <pc:sldMk cId="873686495" sldId="471"/>
            <ac:spMk id="147" creationId="{19FA816B-368E-F5E9-54BE-4F54EFE8B1E0}"/>
          </ac:spMkLst>
        </pc:spChg>
      </pc:sldChg>
      <pc:sldChg chg="del">
        <pc:chgData name="FRABOULET Xavier" userId="18e1457a-6c31-407b-a82c-fce6695e284c" providerId="ADAL" clId="{3355E87B-8127-45B1-A314-46EFD6F561F4}" dt="2023-12-11T10:10:23.405" v="694" actId="47"/>
        <pc:sldMkLst>
          <pc:docMk/>
          <pc:sldMk cId="3587571564" sldId="472"/>
        </pc:sldMkLst>
      </pc:sldChg>
      <pc:sldChg chg="del">
        <pc:chgData name="FRABOULET Xavier" userId="18e1457a-6c31-407b-a82c-fce6695e284c" providerId="ADAL" clId="{3355E87B-8127-45B1-A314-46EFD6F561F4}" dt="2023-12-11T10:10:23.405" v="694" actId="47"/>
        <pc:sldMkLst>
          <pc:docMk/>
          <pc:sldMk cId="3133754908" sldId="473"/>
        </pc:sldMkLst>
      </pc:sldChg>
      <pc:sldChg chg="del">
        <pc:chgData name="FRABOULET Xavier" userId="18e1457a-6c31-407b-a82c-fce6695e284c" providerId="ADAL" clId="{3355E87B-8127-45B1-A314-46EFD6F561F4}" dt="2023-12-11T10:12:01.527" v="702" actId="47"/>
        <pc:sldMkLst>
          <pc:docMk/>
          <pc:sldMk cId="2600466885" sldId="474"/>
        </pc:sldMkLst>
      </pc:sldChg>
      <pc:sldChg chg="addSp delSp modSp mod modNotesTx">
        <pc:chgData name="FRABOULET Xavier" userId="18e1457a-6c31-407b-a82c-fce6695e284c" providerId="ADAL" clId="{3355E87B-8127-45B1-A314-46EFD6F561F4}" dt="2023-12-11T12:24:31.069" v="934"/>
        <pc:sldMkLst>
          <pc:docMk/>
          <pc:sldMk cId="75108312" sldId="475"/>
        </pc:sldMkLst>
        <pc:spChg chg="add mod">
          <ac:chgData name="FRABOULET Xavier" userId="18e1457a-6c31-407b-a82c-fce6695e284c" providerId="ADAL" clId="{3355E87B-8127-45B1-A314-46EFD6F561F4}" dt="2023-12-11T10:10:11.692" v="693" actId="15"/>
          <ac:spMkLst>
            <pc:docMk/>
            <pc:sldMk cId="75108312" sldId="475"/>
            <ac:spMk id="4" creationId="{922C2886-DC99-5F1D-6FA9-349D06A9B219}"/>
          </ac:spMkLst>
        </pc:spChg>
        <pc:spChg chg="mod">
          <ac:chgData name="FRABOULET Xavier" userId="18e1457a-6c31-407b-a82c-fce6695e284c" providerId="ADAL" clId="{3355E87B-8127-45B1-A314-46EFD6F561F4}" dt="2023-12-11T10:03:19.932" v="603"/>
          <ac:spMkLst>
            <pc:docMk/>
            <pc:sldMk cId="75108312" sldId="475"/>
            <ac:spMk id="5" creationId="{2D9F79FE-2C9A-BAB8-E1CF-56248F3D9600}"/>
          </ac:spMkLst>
        </pc:spChg>
        <pc:spChg chg="add mod">
          <ac:chgData name="FRABOULET Xavier" userId="18e1457a-6c31-407b-a82c-fce6695e284c" providerId="ADAL" clId="{3355E87B-8127-45B1-A314-46EFD6F561F4}" dt="2023-12-11T09:55:43.466" v="529" actId="207"/>
          <ac:spMkLst>
            <pc:docMk/>
            <pc:sldMk cId="75108312" sldId="475"/>
            <ac:spMk id="8" creationId="{2F0D5260-5040-D048-95A5-B2FEA092C2DD}"/>
          </ac:spMkLst>
        </pc:spChg>
        <pc:spChg chg="add del mod ord">
          <ac:chgData name="FRABOULET Xavier" userId="18e1457a-6c31-407b-a82c-fce6695e284c" providerId="ADAL" clId="{3355E87B-8127-45B1-A314-46EFD6F561F4}" dt="2023-12-11T10:50:52.557" v="885" actId="1582"/>
          <ac:spMkLst>
            <pc:docMk/>
            <pc:sldMk cId="75108312" sldId="475"/>
            <ac:spMk id="9" creationId="{4A49558A-B149-98A9-CD8B-92F15E42AAFD}"/>
          </ac:spMkLst>
        </pc:spChg>
        <pc:spChg chg="add mod">
          <ac:chgData name="FRABOULET Xavier" userId="18e1457a-6c31-407b-a82c-fce6695e284c" providerId="ADAL" clId="{3355E87B-8127-45B1-A314-46EFD6F561F4}" dt="2023-12-11T12:24:31.069" v="934"/>
          <ac:spMkLst>
            <pc:docMk/>
            <pc:sldMk cId="75108312" sldId="475"/>
            <ac:spMk id="10" creationId="{93A8958C-CD4F-9A2A-F153-C840E386E232}"/>
          </ac:spMkLst>
        </pc:spChg>
        <pc:spChg chg="add del mod">
          <ac:chgData name="FRABOULET Xavier" userId="18e1457a-6c31-407b-a82c-fce6695e284c" providerId="ADAL" clId="{3355E87B-8127-45B1-A314-46EFD6F561F4}" dt="2023-12-11T10:53:05.449" v="904" actId="21"/>
          <ac:spMkLst>
            <pc:docMk/>
            <pc:sldMk cId="75108312" sldId="475"/>
            <ac:spMk id="10" creationId="{C80BB26D-0C26-7C3A-8A62-54FF80AC00C8}"/>
          </ac:spMkLst>
        </pc:spChg>
        <pc:spChg chg="add del mod">
          <ac:chgData name="FRABOULET Xavier" userId="18e1457a-6c31-407b-a82c-fce6695e284c" providerId="ADAL" clId="{3355E87B-8127-45B1-A314-46EFD6F561F4}" dt="2023-12-11T10:18:45.264" v="738"/>
          <ac:spMkLst>
            <pc:docMk/>
            <pc:sldMk cId="75108312" sldId="475"/>
            <ac:spMk id="11" creationId="{75E38A79-1B79-1DF3-8D07-914BEEC11FF5}"/>
          </ac:spMkLst>
        </pc:spChg>
        <pc:spChg chg="add mod">
          <ac:chgData name="FRABOULET Xavier" userId="18e1457a-6c31-407b-a82c-fce6695e284c" providerId="ADAL" clId="{3355E87B-8127-45B1-A314-46EFD6F561F4}" dt="2023-12-11T12:24:31.069" v="934"/>
          <ac:spMkLst>
            <pc:docMk/>
            <pc:sldMk cId="75108312" sldId="475"/>
            <ac:spMk id="11" creationId="{F67E3FE5-34F4-7ABF-FA1E-0EC350FA1A88}"/>
          </ac:spMkLst>
        </pc:spChg>
        <pc:spChg chg="add del mod">
          <ac:chgData name="FRABOULET Xavier" userId="18e1457a-6c31-407b-a82c-fce6695e284c" providerId="ADAL" clId="{3355E87B-8127-45B1-A314-46EFD6F561F4}" dt="2023-12-11T10:19:38.040" v="746" actId="21"/>
          <ac:spMkLst>
            <pc:docMk/>
            <pc:sldMk cId="75108312" sldId="475"/>
            <ac:spMk id="12" creationId="{AFFCB1A0-27D1-01E4-CE22-B14859C27421}"/>
          </ac:spMkLst>
        </pc:spChg>
        <pc:spChg chg="add del mod">
          <ac:chgData name="FRABOULET Xavier" userId="18e1457a-6c31-407b-a82c-fce6695e284c" providerId="ADAL" clId="{3355E87B-8127-45B1-A314-46EFD6F561F4}" dt="2023-12-11T12:24:30.792" v="933" actId="478"/>
          <ac:spMkLst>
            <pc:docMk/>
            <pc:sldMk cId="75108312" sldId="475"/>
            <ac:spMk id="13" creationId="{3D183294-2DFB-C925-2BD7-4D5D7BC022CA}"/>
          </ac:spMkLst>
        </pc:spChg>
        <pc:spChg chg="mod">
          <ac:chgData name="FRABOULET Xavier" userId="18e1457a-6c31-407b-a82c-fce6695e284c" providerId="ADAL" clId="{3355E87B-8127-45B1-A314-46EFD6F561F4}" dt="2023-12-11T10:50:03.937" v="879" actId="207"/>
          <ac:spMkLst>
            <pc:docMk/>
            <pc:sldMk cId="75108312" sldId="475"/>
            <ac:spMk id="58" creationId="{D4FB747D-1A55-A5D9-2FFB-7CCEF47BAD70}"/>
          </ac:spMkLst>
        </pc:spChg>
        <pc:spChg chg="add del">
          <ac:chgData name="FRABOULET Xavier" userId="18e1457a-6c31-407b-a82c-fce6695e284c" providerId="ADAL" clId="{3355E87B-8127-45B1-A314-46EFD6F561F4}" dt="2023-12-11T08:33:20.436" v="507" actId="478"/>
          <ac:spMkLst>
            <pc:docMk/>
            <pc:sldMk cId="75108312" sldId="475"/>
            <ac:spMk id="71" creationId="{92BEDA57-D322-F5B8-8938-A2FE1B505F35}"/>
          </ac:spMkLst>
        </pc:spChg>
        <pc:spChg chg="add del">
          <ac:chgData name="FRABOULET Xavier" userId="18e1457a-6c31-407b-a82c-fce6695e284c" providerId="ADAL" clId="{3355E87B-8127-45B1-A314-46EFD6F561F4}" dt="2023-12-11T08:33:20.436" v="507" actId="478"/>
          <ac:spMkLst>
            <pc:docMk/>
            <pc:sldMk cId="75108312" sldId="475"/>
            <ac:spMk id="72" creationId="{DF3500DE-078E-D4C8-B384-8EF423D1EFBE}"/>
          </ac:spMkLst>
        </pc:spChg>
        <pc:spChg chg="add del">
          <ac:chgData name="FRABOULET Xavier" userId="18e1457a-6c31-407b-a82c-fce6695e284c" providerId="ADAL" clId="{3355E87B-8127-45B1-A314-46EFD6F561F4}" dt="2023-12-11T08:33:20.436" v="507" actId="478"/>
          <ac:spMkLst>
            <pc:docMk/>
            <pc:sldMk cId="75108312" sldId="475"/>
            <ac:spMk id="73" creationId="{68C23CA0-C354-AAAD-584B-1E29647006C8}"/>
          </ac:spMkLst>
        </pc:spChg>
        <pc:spChg chg="add del">
          <ac:chgData name="FRABOULET Xavier" userId="18e1457a-6c31-407b-a82c-fce6695e284c" providerId="ADAL" clId="{3355E87B-8127-45B1-A314-46EFD6F561F4}" dt="2023-12-11T08:33:20.436" v="507" actId="478"/>
          <ac:spMkLst>
            <pc:docMk/>
            <pc:sldMk cId="75108312" sldId="475"/>
            <ac:spMk id="74" creationId="{D3EF0AAF-C5B6-5F5C-2EA0-E89BED50E566}"/>
          </ac:spMkLst>
        </pc:spChg>
        <pc:spChg chg="add del mod">
          <ac:chgData name="FRABOULET Xavier" userId="18e1457a-6c31-407b-a82c-fce6695e284c" providerId="ADAL" clId="{3355E87B-8127-45B1-A314-46EFD6F561F4}" dt="2023-12-11T08:33:20.436" v="507" actId="478"/>
          <ac:spMkLst>
            <pc:docMk/>
            <pc:sldMk cId="75108312" sldId="475"/>
            <ac:spMk id="75" creationId="{FE766DBA-9324-F4B9-7F12-F1DBADA0B28C}"/>
          </ac:spMkLst>
        </pc:spChg>
        <pc:spChg chg="add del mod">
          <ac:chgData name="FRABOULET Xavier" userId="18e1457a-6c31-407b-a82c-fce6695e284c" providerId="ADAL" clId="{3355E87B-8127-45B1-A314-46EFD6F561F4}" dt="2023-12-11T08:33:20.436" v="507" actId="478"/>
          <ac:spMkLst>
            <pc:docMk/>
            <pc:sldMk cId="75108312" sldId="475"/>
            <ac:spMk id="76" creationId="{73AC0F6B-C01B-FCA8-7DF2-243DF4CB0747}"/>
          </ac:spMkLst>
        </pc:spChg>
        <pc:spChg chg="mod">
          <ac:chgData name="FRABOULET Xavier" userId="18e1457a-6c31-407b-a82c-fce6695e284c" providerId="ADAL" clId="{3355E87B-8127-45B1-A314-46EFD6F561F4}" dt="2023-12-11T09:58:56.630" v="553" actId="403"/>
          <ac:spMkLst>
            <pc:docMk/>
            <pc:sldMk cId="75108312" sldId="475"/>
            <ac:spMk id="1096" creationId="{9FCE437E-AD51-BE5A-2DFB-84DE596F95FE}"/>
          </ac:spMkLst>
        </pc:spChg>
        <pc:spChg chg="mod">
          <ac:chgData name="FRABOULET Xavier" userId="18e1457a-6c31-407b-a82c-fce6695e284c" providerId="ADAL" clId="{3355E87B-8127-45B1-A314-46EFD6F561F4}" dt="2023-12-11T09:55:51.098" v="531" actId="208"/>
          <ac:spMkLst>
            <pc:docMk/>
            <pc:sldMk cId="75108312" sldId="475"/>
            <ac:spMk id="1098" creationId="{4A723049-ABEC-8929-4868-5C61A1509F21}"/>
          </ac:spMkLst>
        </pc:spChg>
        <pc:spChg chg="mod">
          <ac:chgData name="FRABOULET Xavier" userId="18e1457a-6c31-407b-a82c-fce6695e284c" providerId="ADAL" clId="{3355E87B-8127-45B1-A314-46EFD6F561F4}" dt="2023-12-11T10:50:07.946" v="880" actId="207"/>
          <ac:spMkLst>
            <pc:docMk/>
            <pc:sldMk cId="75108312" sldId="475"/>
            <ac:spMk id="1099" creationId="{274776B1-73ED-C899-D4D9-3D21FB92A08C}"/>
          </ac:spMkLst>
        </pc:spChg>
        <pc:spChg chg="mod">
          <ac:chgData name="FRABOULET Xavier" userId="18e1457a-6c31-407b-a82c-fce6695e284c" providerId="ADAL" clId="{3355E87B-8127-45B1-A314-46EFD6F561F4}" dt="2023-12-11T09:55:51.098" v="531" actId="208"/>
          <ac:spMkLst>
            <pc:docMk/>
            <pc:sldMk cId="75108312" sldId="475"/>
            <ac:spMk id="1101" creationId="{6C68B167-2DAD-51BB-B94F-0BE31D24ADE7}"/>
          </ac:spMkLst>
        </pc:spChg>
        <pc:spChg chg="mod">
          <ac:chgData name="FRABOULET Xavier" userId="18e1457a-6c31-407b-a82c-fce6695e284c" providerId="ADAL" clId="{3355E87B-8127-45B1-A314-46EFD6F561F4}" dt="2023-12-11T09:55:51.098" v="531" actId="208"/>
          <ac:spMkLst>
            <pc:docMk/>
            <pc:sldMk cId="75108312" sldId="475"/>
            <ac:spMk id="1102" creationId="{8CCD0F3F-5366-BB4A-6BEC-7C415F4A2E97}"/>
          </ac:spMkLst>
        </pc:spChg>
        <pc:spChg chg="mod">
          <ac:chgData name="FRABOULET Xavier" userId="18e1457a-6c31-407b-a82c-fce6695e284c" providerId="ADAL" clId="{3355E87B-8127-45B1-A314-46EFD6F561F4}" dt="2023-12-11T09:55:51.098" v="531" actId="208"/>
          <ac:spMkLst>
            <pc:docMk/>
            <pc:sldMk cId="75108312" sldId="475"/>
            <ac:spMk id="1103" creationId="{FA181BB7-AB3B-399B-0328-944F827323B0}"/>
          </ac:spMkLst>
        </pc:spChg>
        <pc:spChg chg="mod">
          <ac:chgData name="FRABOULET Xavier" userId="18e1457a-6c31-407b-a82c-fce6695e284c" providerId="ADAL" clId="{3355E87B-8127-45B1-A314-46EFD6F561F4}" dt="2023-12-11T09:55:51.098" v="531" actId="208"/>
          <ac:spMkLst>
            <pc:docMk/>
            <pc:sldMk cId="75108312" sldId="475"/>
            <ac:spMk id="1104" creationId="{12BE7C79-0A20-A95A-EA6F-F8FEE72C3BA9}"/>
          </ac:spMkLst>
        </pc:spChg>
        <pc:spChg chg="mod">
          <ac:chgData name="FRABOULET Xavier" userId="18e1457a-6c31-407b-a82c-fce6695e284c" providerId="ADAL" clId="{3355E87B-8127-45B1-A314-46EFD6F561F4}" dt="2023-12-11T09:55:51.098" v="531" actId="208"/>
          <ac:spMkLst>
            <pc:docMk/>
            <pc:sldMk cId="75108312" sldId="475"/>
            <ac:spMk id="1105" creationId="{DC10BC7C-3608-BAED-A51B-795B99EE7A3C}"/>
          </ac:spMkLst>
        </pc:spChg>
        <pc:spChg chg="mod">
          <ac:chgData name="FRABOULET Xavier" userId="18e1457a-6c31-407b-a82c-fce6695e284c" providerId="ADAL" clId="{3355E87B-8127-45B1-A314-46EFD6F561F4}" dt="2023-12-11T09:55:51.098" v="531" actId="208"/>
          <ac:spMkLst>
            <pc:docMk/>
            <pc:sldMk cId="75108312" sldId="475"/>
            <ac:spMk id="1106" creationId="{01D0B145-9648-460E-6C4E-EAB958D9479A}"/>
          </ac:spMkLst>
        </pc:spChg>
        <pc:spChg chg="mod">
          <ac:chgData name="FRABOULET Xavier" userId="18e1457a-6c31-407b-a82c-fce6695e284c" providerId="ADAL" clId="{3355E87B-8127-45B1-A314-46EFD6F561F4}" dt="2023-12-11T09:55:51.098" v="531" actId="208"/>
          <ac:spMkLst>
            <pc:docMk/>
            <pc:sldMk cId="75108312" sldId="475"/>
            <ac:spMk id="1107" creationId="{F84231A6-27DB-B996-41D6-D5D9AC9A3E5D}"/>
          </ac:spMkLst>
        </pc:spChg>
        <pc:spChg chg="mod">
          <ac:chgData name="FRABOULET Xavier" userId="18e1457a-6c31-407b-a82c-fce6695e284c" providerId="ADAL" clId="{3355E87B-8127-45B1-A314-46EFD6F561F4}" dt="2023-12-11T09:55:51.098" v="531" actId="208"/>
          <ac:spMkLst>
            <pc:docMk/>
            <pc:sldMk cId="75108312" sldId="475"/>
            <ac:spMk id="1108" creationId="{B9F1E510-830E-C553-19F3-893A4296154F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10" creationId="{81E9E2F5-2F89-0EAF-2FD3-C7548912FF44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12" creationId="{0AB32E63-48D8-29E7-B2D5-E412E35403EA}"/>
          </ac:spMkLst>
        </pc:spChg>
        <pc:spChg chg="mod">
          <ac:chgData name="FRABOULET Xavier" userId="18e1457a-6c31-407b-a82c-fce6695e284c" providerId="ADAL" clId="{3355E87B-8127-45B1-A314-46EFD6F561F4}" dt="2023-12-11T10:53:08.473" v="905" actId="207"/>
          <ac:spMkLst>
            <pc:docMk/>
            <pc:sldMk cId="75108312" sldId="475"/>
            <ac:spMk id="1113" creationId="{7F4DBCFD-A2F1-0A39-81D3-E10F587E6632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15" creationId="{C767CE77-CC00-51F0-8DC8-5F29D8539FCC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16" creationId="{EB5BFEEE-8B4F-0462-B160-A20839B264F7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17" creationId="{52BD6BB9-BFE7-5E6C-CB96-A91F75E0476A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18" creationId="{CF81FFF9-6258-F3A7-8844-1FE3BBB88825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19" creationId="{A10AD308-0AC7-43AF-6B0B-41EF3B5D8783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20" creationId="{031B4A83-EDCA-E78E-F8EE-9DB12DE8CA53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21" creationId="{C655B2C7-1297-1A43-9365-A06479A5BF6C}"/>
          </ac:spMkLst>
        </pc:spChg>
        <pc:spChg chg="mod">
          <ac:chgData name="FRABOULET Xavier" userId="18e1457a-6c31-407b-a82c-fce6695e284c" providerId="ADAL" clId="{3355E87B-8127-45B1-A314-46EFD6F561F4}" dt="2023-12-11T10:16:01.399" v="714" actId="207"/>
          <ac:spMkLst>
            <pc:docMk/>
            <pc:sldMk cId="75108312" sldId="475"/>
            <ac:spMk id="1122" creationId="{FD2A2FC9-6816-A38A-F95E-E6528C9D9E71}"/>
          </ac:spMkLst>
        </pc:spChg>
        <pc:spChg chg="mod">
          <ac:chgData name="FRABOULET Xavier" userId="18e1457a-6c31-407b-a82c-fce6695e284c" providerId="ADAL" clId="{3355E87B-8127-45B1-A314-46EFD6F561F4}" dt="2023-12-11T10:53:11.720" v="906" actId="207"/>
          <ac:spMkLst>
            <pc:docMk/>
            <pc:sldMk cId="75108312" sldId="475"/>
            <ac:spMk id="1127" creationId="{B2414D34-BE42-BB24-6485-EE16AA2AA345}"/>
          </ac:spMkLst>
        </pc:spChg>
        <pc:spChg chg="mod">
          <ac:chgData name="FRABOULET Xavier" userId="18e1457a-6c31-407b-a82c-fce6695e284c" providerId="ADAL" clId="{3355E87B-8127-45B1-A314-46EFD6F561F4}" dt="2023-12-11T10:53:14.622" v="907" actId="207"/>
          <ac:spMkLst>
            <pc:docMk/>
            <pc:sldMk cId="75108312" sldId="475"/>
            <ac:spMk id="1141" creationId="{3D3DF2A9-B771-2E94-2912-EEACE02099DF}"/>
          </ac:spMkLst>
        </pc:spChg>
        <pc:spChg chg="mod">
          <ac:chgData name="FRABOULET Xavier" userId="18e1457a-6c31-407b-a82c-fce6695e284c" providerId="ADAL" clId="{3355E87B-8127-45B1-A314-46EFD6F561F4}" dt="2023-12-11T10:53:17.977" v="908" actId="207"/>
          <ac:spMkLst>
            <pc:docMk/>
            <pc:sldMk cId="75108312" sldId="475"/>
            <ac:spMk id="1155" creationId="{FDDF366D-3C40-E832-02DD-2B44D08F12BE}"/>
          </ac:spMkLst>
        </pc:spChg>
        <pc:grpChg chg="add del mod">
          <ac:chgData name="FRABOULET Xavier" userId="18e1457a-6c31-407b-a82c-fce6695e284c" providerId="ADAL" clId="{3355E87B-8127-45B1-A314-46EFD6F561F4}" dt="2023-12-11T10:18:59.099" v="742" actId="478"/>
          <ac:grpSpMkLst>
            <pc:docMk/>
            <pc:sldMk cId="75108312" sldId="475"/>
            <ac:grpSpMk id="1095" creationId="{A02B64F6-E965-C23B-99FE-19E50BD57A88}"/>
          </ac:grpSpMkLst>
        </pc:grpChg>
        <pc:grpChg chg="add del mod">
          <ac:chgData name="FRABOULET Xavier" userId="18e1457a-6c31-407b-a82c-fce6695e284c" providerId="ADAL" clId="{3355E87B-8127-45B1-A314-46EFD6F561F4}" dt="2023-12-11T10:16:32.969" v="722" actId="14100"/>
          <ac:grpSpMkLst>
            <pc:docMk/>
            <pc:sldMk cId="75108312" sldId="475"/>
            <ac:grpSpMk id="1109" creationId="{A555F1E1-2D31-DE44-A32E-70B14AF39869}"/>
          </ac:grpSpMkLst>
        </pc:grpChg>
        <pc:grpChg chg="mod">
          <ac:chgData name="FRABOULET Xavier" userId="18e1457a-6c31-407b-a82c-fce6695e284c" providerId="ADAL" clId="{3355E87B-8127-45B1-A314-46EFD6F561F4}" dt="2023-12-11T10:16:01.399" v="714" actId="207"/>
          <ac:grpSpMkLst>
            <pc:docMk/>
            <pc:sldMk cId="75108312" sldId="475"/>
            <ac:grpSpMk id="1111" creationId="{A9FCE068-7C54-2556-BD96-45D2671F521B}"/>
          </ac:grpSpMkLst>
        </pc:grpChg>
        <pc:grpChg chg="mod">
          <ac:chgData name="FRABOULET Xavier" userId="18e1457a-6c31-407b-a82c-fce6695e284c" providerId="ADAL" clId="{3355E87B-8127-45B1-A314-46EFD6F561F4}" dt="2023-12-11T10:16:01.399" v="714" actId="207"/>
          <ac:grpSpMkLst>
            <pc:docMk/>
            <pc:sldMk cId="75108312" sldId="475"/>
            <ac:grpSpMk id="1114" creationId="{17DDDB2A-749C-531B-5D3A-987CC0B4FE8B}"/>
          </ac:grpSpMkLst>
        </pc:grpChg>
      </pc:sldChg>
      <pc:sldChg chg="modSp mod">
        <pc:chgData name="FRABOULET Xavier" userId="18e1457a-6c31-407b-a82c-fce6695e284c" providerId="ADAL" clId="{3355E87B-8127-45B1-A314-46EFD6F561F4}" dt="2023-12-11T07:59:17.460" v="419"/>
        <pc:sldMkLst>
          <pc:docMk/>
          <pc:sldMk cId="1094090841" sldId="477"/>
        </pc:sldMkLst>
        <pc:spChg chg="mod">
          <ac:chgData name="FRABOULET Xavier" userId="18e1457a-6c31-407b-a82c-fce6695e284c" providerId="ADAL" clId="{3355E87B-8127-45B1-A314-46EFD6F561F4}" dt="2023-12-11T07:59:17.460" v="419"/>
          <ac:spMkLst>
            <pc:docMk/>
            <pc:sldMk cId="1094090841" sldId="477"/>
            <ac:spMk id="12" creationId="{013351D9-FFC9-F6DE-C441-C234BE912881}"/>
          </ac:spMkLst>
        </pc:spChg>
      </pc:sldChg>
      <pc:sldChg chg="del">
        <pc:chgData name="FRABOULET Xavier" userId="18e1457a-6c31-407b-a82c-fce6695e284c" providerId="ADAL" clId="{3355E87B-8127-45B1-A314-46EFD6F561F4}" dt="2023-12-11T07:53:17.534" v="391" actId="47"/>
        <pc:sldMkLst>
          <pc:docMk/>
          <pc:sldMk cId="3952338531" sldId="481"/>
        </pc:sldMkLst>
      </pc:sldChg>
      <pc:sldChg chg="del">
        <pc:chgData name="FRABOULET Xavier" userId="18e1457a-6c31-407b-a82c-fce6695e284c" providerId="ADAL" clId="{3355E87B-8127-45B1-A314-46EFD6F561F4}" dt="2023-12-11T07:57:30.153" v="392" actId="47"/>
        <pc:sldMkLst>
          <pc:docMk/>
          <pc:sldMk cId="1275955914" sldId="484"/>
        </pc:sldMkLst>
      </pc:sldChg>
      <pc:sldChg chg="modSp mod">
        <pc:chgData name="FRABOULET Xavier" userId="18e1457a-6c31-407b-a82c-fce6695e284c" providerId="ADAL" clId="{3355E87B-8127-45B1-A314-46EFD6F561F4}" dt="2023-12-11T07:59:05.994" v="413" actId="20577"/>
        <pc:sldMkLst>
          <pc:docMk/>
          <pc:sldMk cId="3023930098" sldId="485"/>
        </pc:sldMkLst>
        <pc:spChg chg="mod">
          <ac:chgData name="FRABOULET Xavier" userId="18e1457a-6c31-407b-a82c-fce6695e284c" providerId="ADAL" clId="{3355E87B-8127-45B1-A314-46EFD6F561F4}" dt="2023-12-11T07:59:05.994" v="413" actId="20577"/>
          <ac:spMkLst>
            <pc:docMk/>
            <pc:sldMk cId="3023930098" sldId="485"/>
            <ac:spMk id="13" creationId="{2D1C0747-7199-45C7-18BD-F8B901EC11EF}"/>
          </ac:spMkLst>
        </pc:spChg>
      </pc:sldChg>
      <pc:sldChg chg="modSp mod">
        <pc:chgData name="FRABOULET Xavier" userId="18e1457a-6c31-407b-a82c-fce6695e284c" providerId="ADAL" clId="{3355E87B-8127-45B1-A314-46EFD6F561F4}" dt="2023-12-11T07:58:20.095" v="393" actId="6549"/>
        <pc:sldMkLst>
          <pc:docMk/>
          <pc:sldMk cId="4109771998" sldId="486"/>
        </pc:sldMkLst>
        <pc:spChg chg="mod">
          <ac:chgData name="FRABOULET Xavier" userId="18e1457a-6c31-407b-a82c-fce6695e284c" providerId="ADAL" clId="{3355E87B-8127-45B1-A314-46EFD6F561F4}" dt="2023-12-11T07:58:20.095" v="393" actId="6549"/>
          <ac:spMkLst>
            <pc:docMk/>
            <pc:sldMk cId="4109771998" sldId="486"/>
            <ac:spMk id="12" creationId="{013351D9-FFC9-F6DE-C441-C234BE912881}"/>
          </ac:spMkLst>
        </pc:spChg>
      </pc:sldChg>
      <pc:sldChg chg="modSp mod">
        <pc:chgData name="FRABOULET Xavier" userId="18e1457a-6c31-407b-a82c-fce6695e284c" providerId="ADAL" clId="{3355E87B-8127-45B1-A314-46EFD6F561F4}" dt="2023-12-12T12:29:09.959" v="1021" actId="20577"/>
        <pc:sldMkLst>
          <pc:docMk/>
          <pc:sldMk cId="2983839745" sldId="490"/>
        </pc:sldMkLst>
        <pc:spChg chg="mod">
          <ac:chgData name="FRABOULET Xavier" userId="18e1457a-6c31-407b-a82c-fce6695e284c" providerId="ADAL" clId="{3355E87B-8127-45B1-A314-46EFD6F561F4}" dt="2023-12-12T12:29:09.959" v="1021" actId="20577"/>
          <ac:spMkLst>
            <pc:docMk/>
            <pc:sldMk cId="2983839745" sldId="490"/>
            <ac:spMk id="2" creationId="{3068B5C0-51C8-D211-C47E-CE7628BFC5C0}"/>
          </ac:spMkLst>
        </pc:spChg>
      </pc:sldChg>
      <pc:sldChg chg="modSp mod">
        <pc:chgData name="FRABOULET Xavier" userId="18e1457a-6c31-407b-a82c-fce6695e284c" providerId="ADAL" clId="{3355E87B-8127-45B1-A314-46EFD6F561F4}" dt="2023-12-12T12:35:08.439" v="1054" actId="20577"/>
        <pc:sldMkLst>
          <pc:docMk/>
          <pc:sldMk cId="2842020236" sldId="492"/>
        </pc:sldMkLst>
        <pc:spChg chg="mod">
          <ac:chgData name="FRABOULET Xavier" userId="18e1457a-6c31-407b-a82c-fce6695e284c" providerId="ADAL" clId="{3355E87B-8127-45B1-A314-46EFD6F561F4}" dt="2023-12-12T12:35:08.439" v="1054" actId="20577"/>
          <ac:spMkLst>
            <pc:docMk/>
            <pc:sldMk cId="2842020236" sldId="492"/>
            <ac:spMk id="2" creationId="{3068B5C0-51C8-D211-C47E-CE7628BFC5C0}"/>
          </ac:spMkLst>
        </pc:spChg>
      </pc:sldChg>
      <pc:sldChg chg="modSp mod ord">
        <pc:chgData name="FRABOULET Xavier" userId="18e1457a-6c31-407b-a82c-fce6695e284c" providerId="ADAL" clId="{3355E87B-8127-45B1-A314-46EFD6F561F4}" dt="2023-12-12T12:31:15.727" v="1045" actId="20577"/>
        <pc:sldMkLst>
          <pc:docMk/>
          <pc:sldMk cId="3130037450" sldId="511"/>
        </pc:sldMkLst>
        <pc:spChg chg="mod">
          <ac:chgData name="FRABOULET Xavier" userId="18e1457a-6c31-407b-a82c-fce6695e284c" providerId="ADAL" clId="{3355E87B-8127-45B1-A314-46EFD6F561F4}" dt="2023-12-12T12:31:15.727" v="1045" actId="20577"/>
          <ac:spMkLst>
            <pc:docMk/>
            <pc:sldMk cId="3130037450" sldId="511"/>
            <ac:spMk id="7" creationId="{00000000-0000-0000-0000-000000000000}"/>
          </ac:spMkLst>
        </pc:spChg>
      </pc:sldChg>
      <pc:sldChg chg="ord">
        <pc:chgData name="FRABOULET Xavier" userId="18e1457a-6c31-407b-a82c-fce6695e284c" providerId="ADAL" clId="{3355E87B-8127-45B1-A314-46EFD6F561F4}" dt="2023-12-12T12:31:11.703" v="1043"/>
        <pc:sldMkLst>
          <pc:docMk/>
          <pc:sldMk cId="1196882301" sldId="512"/>
        </pc:sldMkLst>
      </pc:sldChg>
      <pc:sldChg chg="modSp mod">
        <pc:chgData name="FRABOULET Xavier" userId="18e1457a-6c31-407b-a82c-fce6695e284c" providerId="ADAL" clId="{3355E87B-8127-45B1-A314-46EFD6F561F4}" dt="2023-12-12T12:27:47.488" v="1005" actId="20577"/>
        <pc:sldMkLst>
          <pc:docMk/>
          <pc:sldMk cId="230143488" sldId="514"/>
        </pc:sldMkLst>
        <pc:spChg chg="mod">
          <ac:chgData name="FRABOULET Xavier" userId="18e1457a-6c31-407b-a82c-fce6695e284c" providerId="ADAL" clId="{3355E87B-8127-45B1-A314-46EFD6F561F4}" dt="2023-12-12T12:27:47.488" v="1005" actId="20577"/>
          <ac:spMkLst>
            <pc:docMk/>
            <pc:sldMk cId="230143488" sldId="514"/>
            <ac:spMk id="2" creationId="{41FDAF23-3952-4BE0-A904-35EE3DCB179D}"/>
          </ac:spMkLst>
        </pc:spChg>
      </pc:sldChg>
      <pc:sldChg chg="modNotesTx">
        <pc:chgData name="FRABOULET Xavier" userId="18e1457a-6c31-407b-a82c-fce6695e284c" providerId="ADAL" clId="{3355E87B-8127-45B1-A314-46EFD6F561F4}" dt="2023-12-12T12:30:49.700" v="1038" actId="6549"/>
        <pc:sldMkLst>
          <pc:docMk/>
          <pc:sldMk cId="3970139339" sldId="515"/>
        </pc:sldMkLst>
      </pc:sldChg>
      <pc:sldChg chg="modNotesTx">
        <pc:chgData name="FRABOULET Xavier" userId="18e1457a-6c31-407b-a82c-fce6695e284c" providerId="ADAL" clId="{3355E87B-8127-45B1-A314-46EFD6F561F4}" dt="2023-12-12T12:30:52.085" v="1039" actId="6549"/>
        <pc:sldMkLst>
          <pc:docMk/>
          <pc:sldMk cId="748149931" sldId="516"/>
        </pc:sldMkLst>
      </pc:sldChg>
      <pc:sldChg chg="modNotesTx">
        <pc:chgData name="FRABOULET Xavier" userId="18e1457a-6c31-407b-a82c-fce6695e284c" providerId="ADAL" clId="{3355E87B-8127-45B1-A314-46EFD6F561F4}" dt="2023-12-12T12:30:54.117" v="1040" actId="6549"/>
        <pc:sldMkLst>
          <pc:docMk/>
          <pc:sldMk cId="821003792" sldId="517"/>
        </pc:sldMkLst>
      </pc:sldChg>
      <pc:sldChg chg="del">
        <pc:chgData name="FRABOULET Xavier" userId="18e1457a-6c31-407b-a82c-fce6695e284c" providerId="ADAL" clId="{3355E87B-8127-45B1-A314-46EFD6F561F4}" dt="2023-12-12T12:27:43.220" v="1002" actId="47"/>
        <pc:sldMkLst>
          <pc:docMk/>
          <pc:sldMk cId="2224572112" sldId="518"/>
        </pc:sldMkLst>
      </pc:sldChg>
      <pc:sldChg chg="modSp mod">
        <pc:chgData name="FRABOULET Xavier" userId="18e1457a-6c31-407b-a82c-fce6695e284c" providerId="ADAL" clId="{3355E87B-8127-45B1-A314-46EFD6F561F4}" dt="2023-12-12T12:28:31.192" v="1018"/>
        <pc:sldMkLst>
          <pc:docMk/>
          <pc:sldMk cId="1504189501" sldId="519"/>
        </pc:sldMkLst>
        <pc:spChg chg="mod">
          <ac:chgData name="FRABOULET Xavier" userId="18e1457a-6c31-407b-a82c-fce6695e284c" providerId="ADAL" clId="{3355E87B-8127-45B1-A314-46EFD6F561F4}" dt="2023-12-12T12:27:56.868" v="1007" actId="20577"/>
          <ac:spMkLst>
            <pc:docMk/>
            <pc:sldMk cId="1504189501" sldId="519"/>
            <ac:spMk id="2" creationId="{41FDAF23-3952-4BE0-A904-35EE3DCB179D}"/>
          </ac:spMkLst>
        </pc:spChg>
        <pc:spChg chg="mod">
          <ac:chgData name="FRABOULET Xavier" userId="18e1457a-6c31-407b-a82c-fce6695e284c" providerId="ADAL" clId="{3355E87B-8127-45B1-A314-46EFD6F561F4}" dt="2023-12-12T12:28:31.192" v="1018"/>
          <ac:spMkLst>
            <pc:docMk/>
            <pc:sldMk cId="1504189501" sldId="519"/>
            <ac:spMk id="3" creationId="{31DFA70B-34D4-4D7E-8D44-380743E2A699}"/>
          </ac:spMkLst>
        </pc:spChg>
      </pc:sldChg>
      <pc:sldChg chg="ord">
        <pc:chgData name="FRABOULET Xavier" userId="18e1457a-6c31-407b-a82c-fce6695e284c" providerId="ADAL" clId="{3355E87B-8127-45B1-A314-46EFD6F561F4}" dt="2023-12-12T12:27:40.611" v="1001"/>
        <pc:sldMkLst>
          <pc:docMk/>
          <pc:sldMk cId="133892995" sldId="520"/>
        </pc:sldMkLst>
      </pc:sldChg>
      <pc:sldChg chg="ord modNotesTx">
        <pc:chgData name="FRABOULET Xavier" userId="18e1457a-6c31-407b-a82c-fce6695e284c" providerId="ADAL" clId="{3355E87B-8127-45B1-A314-46EFD6F561F4}" dt="2023-12-12T12:30:57.938" v="1041" actId="6549"/>
        <pc:sldMkLst>
          <pc:docMk/>
          <pc:sldMk cId="2829465686" sldId="521"/>
        </pc:sldMkLst>
      </pc:sldChg>
      <pc:sldChg chg="ord">
        <pc:chgData name="FRABOULET Xavier" userId="18e1457a-6c31-407b-a82c-fce6695e284c" providerId="ADAL" clId="{3355E87B-8127-45B1-A314-46EFD6F561F4}" dt="2023-12-12T12:27:40.611" v="1001"/>
        <pc:sldMkLst>
          <pc:docMk/>
          <pc:sldMk cId="643179172" sldId="522"/>
        </pc:sldMkLst>
      </pc:sldChg>
      <pc:sldChg chg="del">
        <pc:chgData name="FRABOULET Xavier" userId="18e1457a-6c31-407b-a82c-fce6695e284c" providerId="ADAL" clId="{3355E87B-8127-45B1-A314-46EFD6F561F4}" dt="2023-12-12T12:28:33.979" v="1019" actId="47"/>
        <pc:sldMkLst>
          <pc:docMk/>
          <pc:sldMk cId="2812931992" sldId="523"/>
        </pc:sldMkLst>
      </pc:sldChg>
      <pc:sldChg chg="modNotesTx">
        <pc:chgData name="FRABOULET Xavier" userId="18e1457a-6c31-407b-a82c-fce6695e284c" providerId="ADAL" clId="{3355E87B-8127-45B1-A314-46EFD6F561F4}" dt="2023-12-13T09:05:25.195" v="1172" actId="20577"/>
        <pc:sldMkLst>
          <pc:docMk/>
          <pc:sldMk cId="50089608" sldId="525"/>
        </pc:sldMkLst>
      </pc:sldChg>
      <pc:sldChg chg="modSp add mod">
        <pc:chgData name="FRABOULET Xavier" userId="18e1457a-6c31-407b-a82c-fce6695e284c" providerId="ADAL" clId="{3355E87B-8127-45B1-A314-46EFD6F561F4}" dt="2023-12-11T10:49:37.994" v="878" actId="207"/>
        <pc:sldMkLst>
          <pc:docMk/>
          <pc:sldMk cId="3354552185" sldId="526"/>
        </pc:sldMkLst>
        <pc:spChg chg="mod">
          <ac:chgData name="FRABOULET Xavier" userId="18e1457a-6c31-407b-a82c-fce6695e284c" providerId="ADAL" clId="{3355E87B-8127-45B1-A314-46EFD6F561F4}" dt="2023-12-11T10:49:22.630" v="875" actId="207"/>
          <ac:spMkLst>
            <pc:docMk/>
            <pc:sldMk cId="3354552185" sldId="526"/>
            <ac:spMk id="58" creationId="{D4FB747D-1A55-A5D9-2FFB-7CCEF47BAD70}"/>
          </ac:spMkLst>
        </pc:spChg>
        <pc:spChg chg="mod">
          <ac:chgData name="FRABOULET Xavier" userId="18e1457a-6c31-407b-a82c-fce6695e284c" providerId="ADAL" clId="{3355E87B-8127-45B1-A314-46EFD6F561F4}" dt="2023-12-11T10:49:04.031" v="873" actId="207"/>
          <ac:spMkLst>
            <pc:docMk/>
            <pc:sldMk cId="3354552185" sldId="526"/>
            <ac:spMk id="1099" creationId="{274776B1-73ED-C899-D4D9-3D21FB92A08C}"/>
          </ac:spMkLst>
        </pc:spChg>
        <pc:spChg chg="mod">
          <ac:chgData name="FRABOULET Xavier" userId="18e1457a-6c31-407b-a82c-fce6695e284c" providerId="ADAL" clId="{3355E87B-8127-45B1-A314-46EFD6F561F4}" dt="2023-12-11T10:49:15.448" v="874" actId="207"/>
          <ac:spMkLst>
            <pc:docMk/>
            <pc:sldMk cId="3354552185" sldId="526"/>
            <ac:spMk id="1113" creationId="{7F4DBCFD-A2F1-0A39-81D3-E10F587E6632}"/>
          </ac:spMkLst>
        </pc:spChg>
        <pc:spChg chg="mod">
          <ac:chgData name="FRABOULET Xavier" userId="18e1457a-6c31-407b-a82c-fce6695e284c" providerId="ADAL" clId="{3355E87B-8127-45B1-A314-46EFD6F561F4}" dt="2023-12-11T10:49:28.480" v="876" actId="207"/>
          <ac:spMkLst>
            <pc:docMk/>
            <pc:sldMk cId="3354552185" sldId="526"/>
            <ac:spMk id="1127" creationId="{B2414D34-BE42-BB24-6485-EE16AA2AA345}"/>
          </ac:spMkLst>
        </pc:spChg>
        <pc:spChg chg="mod">
          <ac:chgData name="FRABOULET Xavier" userId="18e1457a-6c31-407b-a82c-fce6695e284c" providerId="ADAL" clId="{3355E87B-8127-45B1-A314-46EFD6F561F4}" dt="2023-12-11T10:49:33.101" v="877" actId="207"/>
          <ac:spMkLst>
            <pc:docMk/>
            <pc:sldMk cId="3354552185" sldId="526"/>
            <ac:spMk id="1141" creationId="{3D3DF2A9-B771-2E94-2912-EEACE02099DF}"/>
          </ac:spMkLst>
        </pc:spChg>
        <pc:spChg chg="mod">
          <ac:chgData name="FRABOULET Xavier" userId="18e1457a-6c31-407b-a82c-fce6695e284c" providerId="ADAL" clId="{3355E87B-8127-45B1-A314-46EFD6F561F4}" dt="2023-12-11T10:49:37.994" v="878" actId="207"/>
          <ac:spMkLst>
            <pc:docMk/>
            <pc:sldMk cId="3354552185" sldId="526"/>
            <ac:spMk id="1155" creationId="{FDDF366D-3C40-E832-02DD-2B44D08F12BE}"/>
          </ac:spMkLst>
        </pc:spChg>
      </pc:sldChg>
      <pc:sldChg chg="addSp delSp modSp add mod modNotesTx">
        <pc:chgData name="FRABOULET Xavier" userId="18e1457a-6c31-407b-a82c-fce6695e284c" providerId="ADAL" clId="{3355E87B-8127-45B1-A314-46EFD6F561F4}" dt="2023-12-11T12:24:40.984" v="938" actId="1076"/>
        <pc:sldMkLst>
          <pc:docMk/>
          <pc:sldMk cId="3692074909" sldId="527"/>
        </pc:sldMkLst>
        <pc:spChg chg="mod">
          <ac:chgData name="FRABOULET Xavier" userId="18e1457a-6c31-407b-a82c-fce6695e284c" providerId="ADAL" clId="{3355E87B-8127-45B1-A314-46EFD6F561F4}" dt="2023-12-11T10:10:08.561" v="692" actId="15"/>
          <ac:spMkLst>
            <pc:docMk/>
            <pc:sldMk cId="3692074909" sldId="527"/>
            <ac:spMk id="4" creationId="{922C2886-DC99-5F1D-6FA9-349D06A9B219}"/>
          </ac:spMkLst>
        </pc:spChg>
        <pc:spChg chg="mod">
          <ac:chgData name="FRABOULET Xavier" userId="18e1457a-6c31-407b-a82c-fce6695e284c" providerId="ADAL" clId="{3355E87B-8127-45B1-A314-46EFD6F561F4}" dt="2023-12-11T10:03:28.333" v="604"/>
          <ac:spMkLst>
            <pc:docMk/>
            <pc:sldMk cId="3692074909" sldId="527"/>
            <ac:spMk id="5" creationId="{2D9F79FE-2C9A-BAB8-E1CF-56248F3D9600}"/>
          </ac:spMkLst>
        </pc:spChg>
        <pc:spChg chg="mod">
          <ac:chgData name="FRABOULET Xavier" userId="18e1457a-6c31-407b-a82c-fce6695e284c" providerId="ADAL" clId="{3355E87B-8127-45B1-A314-46EFD6F561F4}" dt="2023-12-11T10:52:05.766" v="896" actId="1582"/>
          <ac:spMkLst>
            <pc:docMk/>
            <pc:sldMk cId="3692074909" sldId="527"/>
            <ac:spMk id="9" creationId="{4A49558A-B149-98A9-CD8B-92F15E42AAFD}"/>
          </ac:spMkLst>
        </pc:spChg>
        <pc:spChg chg="add mod">
          <ac:chgData name="FRABOULET Xavier" userId="18e1457a-6c31-407b-a82c-fce6695e284c" providerId="ADAL" clId="{3355E87B-8127-45B1-A314-46EFD6F561F4}" dt="2023-12-11T12:24:37.212" v="937"/>
          <ac:spMkLst>
            <pc:docMk/>
            <pc:sldMk cId="3692074909" sldId="527"/>
            <ac:spMk id="10" creationId="{03F123F5-A7D4-1106-36DA-0D095C3AC2DB}"/>
          </ac:spMkLst>
        </pc:spChg>
        <pc:spChg chg="add del mod">
          <ac:chgData name="FRABOULET Xavier" userId="18e1457a-6c31-407b-a82c-fce6695e284c" providerId="ADAL" clId="{3355E87B-8127-45B1-A314-46EFD6F561F4}" dt="2023-12-11T10:52:53.113" v="900" actId="21"/>
          <ac:spMkLst>
            <pc:docMk/>
            <pc:sldMk cId="3692074909" sldId="527"/>
            <ac:spMk id="10" creationId="{B62D85ED-F413-0DD5-9982-4DF6D234A515}"/>
          </ac:spMkLst>
        </pc:spChg>
        <pc:spChg chg="add del mod">
          <ac:chgData name="FRABOULET Xavier" userId="18e1457a-6c31-407b-a82c-fce6695e284c" providerId="ADAL" clId="{3355E87B-8127-45B1-A314-46EFD6F561F4}" dt="2023-12-11T10:52:44.633" v="897" actId="21"/>
          <ac:spMkLst>
            <pc:docMk/>
            <pc:sldMk cId="3692074909" sldId="527"/>
            <ac:spMk id="11" creationId="{0029B986-FA6D-5848-D8C3-335ABFBCBBAD}"/>
          </ac:spMkLst>
        </pc:spChg>
        <pc:spChg chg="add mod">
          <ac:chgData name="FRABOULET Xavier" userId="18e1457a-6c31-407b-a82c-fce6695e284c" providerId="ADAL" clId="{3355E87B-8127-45B1-A314-46EFD6F561F4}" dt="2023-12-11T12:24:40.984" v="938" actId="1076"/>
          <ac:spMkLst>
            <pc:docMk/>
            <pc:sldMk cId="3692074909" sldId="527"/>
            <ac:spMk id="11" creationId="{EEBC50B1-E42A-D4DA-0691-C47B2BB1A902}"/>
          </ac:spMkLst>
        </pc:spChg>
        <pc:spChg chg="add del mod">
          <ac:chgData name="FRABOULET Xavier" userId="18e1457a-6c31-407b-a82c-fce6695e284c" providerId="ADAL" clId="{3355E87B-8127-45B1-A314-46EFD6F561F4}" dt="2023-12-11T12:24:36.910" v="936" actId="478"/>
          <ac:spMkLst>
            <pc:docMk/>
            <pc:sldMk cId="3692074909" sldId="527"/>
            <ac:spMk id="12" creationId="{3D0AEF6E-00C0-3934-B432-3AE91EAD1A9C}"/>
          </ac:spMkLst>
        </pc:spChg>
        <pc:spChg chg="add del mod">
          <ac:chgData name="FRABOULET Xavier" userId="18e1457a-6c31-407b-a82c-fce6695e284c" providerId="ADAL" clId="{3355E87B-8127-45B1-A314-46EFD6F561F4}" dt="2023-12-11T12:24:35.225" v="935" actId="478"/>
          <ac:spMkLst>
            <pc:docMk/>
            <pc:sldMk cId="3692074909" sldId="527"/>
            <ac:spMk id="13" creationId="{AB73695E-70AA-FD6B-A72A-4C59934E009E}"/>
          </ac:spMkLst>
        </pc:spChg>
        <pc:spChg chg="mod">
          <ac:chgData name="FRABOULET Xavier" userId="18e1457a-6c31-407b-a82c-fce6695e284c" providerId="ADAL" clId="{3355E87B-8127-45B1-A314-46EFD6F561F4}" dt="2023-12-11T10:50:13.660" v="881" actId="207"/>
          <ac:spMkLst>
            <pc:docMk/>
            <pc:sldMk cId="3692074909" sldId="527"/>
            <ac:spMk id="58" creationId="{D4FB747D-1A55-A5D9-2FFB-7CCEF47BAD70}"/>
          </ac:spMkLst>
        </pc:spChg>
        <pc:spChg chg="mod">
          <ac:chgData name="FRABOULET Xavier" userId="18e1457a-6c31-407b-a82c-fce6695e284c" providerId="ADAL" clId="{3355E87B-8127-45B1-A314-46EFD6F561F4}" dt="2023-12-11T10:00:00.893" v="569" actId="404"/>
          <ac:spMkLst>
            <pc:docMk/>
            <pc:sldMk cId="3692074909" sldId="527"/>
            <ac:spMk id="1096" creationId="{9FCE437E-AD51-BE5A-2DFB-84DE596F95FE}"/>
          </ac:spMkLst>
        </pc:spChg>
        <pc:spChg chg="mod">
          <ac:chgData name="FRABOULET Xavier" userId="18e1457a-6c31-407b-a82c-fce6695e284c" providerId="ADAL" clId="{3355E87B-8127-45B1-A314-46EFD6F561F4}" dt="2023-12-11T10:50:19.261" v="883" actId="207"/>
          <ac:spMkLst>
            <pc:docMk/>
            <pc:sldMk cId="3692074909" sldId="527"/>
            <ac:spMk id="1099" creationId="{274776B1-73ED-C899-D4D9-3D21FB92A08C}"/>
          </ac:spMkLst>
        </pc:spChg>
        <pc:spChg chg="mod">
          <ac:chgData name="FRABOULET Xavier" userId="18e1457a-6c31-407b-a82c-fce6695e284c" providerId="ADAL" clId="{3355E87B-8127-45B1-A314-46EFD6F561F4}" dt="2023-12-11T10:52:47.963" v="898" actId="207"/>
          <ac:spMkLst>
            <pc:docMk/>
            <pc:sldMk cId="3692074909" sldId="527"/>
            <ac:spMk id="1113" creationId="{7F4DBCFD-A2F1-0A39-81D3-E10F587E6632}"/>
          </ac:spMkLst>
        </pc:spChg>
        <pc:spChg chg="mod">
          <ac:chgData name="FRABOULET Xavier" userId="18e1457a-6c31-407b-a82c-fce6695e284c" providerId="ADAL" clId="{3355E87B-8127-45B1-A314-46EFD6F561F4}" dt="2023-12-11T09:59:56.258" v="566" actId="403"/>
          <ac:spMkLst>
            <pc:docMk/>
            <pc:sldMk cId="3692074909" sldId="527"/>
            <ac:spMk id="1124" creationId="{BD31BD1C-E306-4420-407E-AFEFACC8BF53}"/>
          </ac:spMkLst>
        </pc:spChg>
        <pc:spChg chg="mod">
          <ac:chgData name="FRABOULET Xavier" userId="18e1457a-6c31-407b-a82c-fce6695e284c" providerId="ADAL" clId="{3355E87B-8127-45B1-A314-46EFD6F561F4}" dt="2023-12-11T10:50:23.165" v="884" actId="207"/>
          <ac:spMkLst>
            <pc:docMk/>
            <pc:sldMk cId="3692074909" sldId="527"/>
            <ac:spMk id="1127" creationId="{B2414D34-BE42-BB24-6485-EE16AA2AA345}"/>
          </ac:spMkLst>
        </pc:spChg>
        <pc:spChg chg="mod">
          <ac:chgData name="FRABOULET Xavier" userId="18e1457a-6c31-407b-a82c-fce6695e284c" providerId="ADAL" clId="{3355E87B-8127-45B1-A314-46EFD6F561F4}" dt="2023-12-11T10:52:56.432" v="901" actId="207"/>
          <ac:spMkLst>
            <pc:docMk/>
            <pc:sldMk cId="3692074909" sldId="527"/>
            <ac:spMk id="1141" creationId="{3D3DF2A9-B771-2E94-2912-EEACE02099DF}"/>
          </ac:spMkLst>
        </pc:spChg>
        <pc:spChg chg="mod">
          <ac:chgData name="FRABOULET Xavier" userId="18e1457a-6c31-407b-a82c-fce6695e284c" providerId="ADAL" clId="{3355E87B-8127-45B1-A314-46EFD6F561F4}" dt="2023-12-11T10:53:01.069" v="902" actId="207"/>
          <ac:spMkLst>
            <pc:docMk/>
            <pc:sldMk cId="3692074909" sldId="527"/>
            <ac:spMk id="1155" creationId="{FDDF366D-3C40-E832-02DD-2B44D08F12BE}"/>
          </ac:spMkLst>
        </pc:spChg>
        <pc:grpChg chg="mod">
          <ac:chgData name="FRABOULET Xavier" userId="18e1457a-6c31-407b-a82c-fce6695e284c" providerId="ADAL" clId="{3355E87B-8127-45B1-A314-46EFD6F561F4}" dt="2023-12-11T09:59:47.671" v="561" actId="1036"/>
          <ac:grpSpMkLst>
            <pc:docMk/>
            <pc:sldMk cId="3692074909" sldId="527"/>
            <ac:grpSpMk id="1123" creationId="{601EA525-DF42-EE1E-71AE-3EF07A91CB31}"/>
          </ac:grpSpMkLst>
        </pc:grpChg>
      </pc:sldChg>
      <pc:sldChg chg="addSp delSp modSp add mod modNotesTx">
        <pc:chgData name="FRABOULET Xavier" userId="18e1457a-6c31-407b-a82c-fce6695e284c" providerId="ADAL" clId="{3355E87B-8127-45B1-A314-46EFD6F561F4}" dt="2023-12-11T10:54:29.365" v="915"/>
        <pc:sldMkLst>
          <pc:docMk/>
          <pc:sldMk cId="946630345" sldId="528"/>
        </pc:sldMkLst>
        <pc:spChg chg="mod">
          <ac:chgData name="FRABOULET Xavier" userId="18e1457a-6c31-407b-a82c-fce6695e284c" providerId="ADAL" clId="{3355E87B-8127-45B1-A314-46EFD6F561F4}" dt="2023-12-11T10:10:06.168" v="691" actId="15"/>
          <ac:spMkLst>
            <pc:docMk/>
            <pc:sldMk cId="946630345" sldId="528"/>
            <ac:spMk id="4" creationId="{922C2886-DC99-5F1D-6FA9-349D06A9B219}"/>
          </ac:spMkLst>
        </pc:spChg>
        <pc:spChg chg="mod">
          <ac:chgData name="FRABOULET Xavier" userId="18e1457a-6c31-407b-a82c-fce6695e284c" providerId="ADAL" clId="{3355E87B-8127-45B1-A314-46EFD6F561F4}" dt="2023-12-11T10:03:34.027" v="605"/>
          <ac:spMkLst>
            <pc:docMk/>
            <pc:sldMk cId="946630345" sldId="528"/>
            <ac:spMk id="5" creationId="{2D9F79FE-2C9A-BAB8-E1CF-56248F3D9600}"/>
          </ac:spMkLst>
        </pc:spChg>
        <pc:spChg chg="mod">
          <ac:chgData name="FRABOULET Xavier" userId="18e1457a-6c31-407b-a82c-fce6695e284c" providerId="ADAL" clId="{3355E87B-8127-45B1-A314-46EFD6F561F4}" dt="2023-12-11T10:51:58.273" v="895" actId="1582"/>
          <ac:spMkLst>
            <pc:docMk/>
            <pc:sldMk cId="946630345" sldId="528"/>
            <ac:spMk id="9" creationId="{4A49558A-B149-98A9-CD8B-92F15E42AAFD}"/>
          </ac:spMkLst>
        </pc:spChg>
        <pc:spChg chg="add del mod">
          <ac:chgData name="FRABOULET Xavier" userId="18e1457a-6c31-407b-a82c-fce6695e284c" providerId="ADAL" clId="{3355E87B-8127-45B1-A314-46EFD6F561F4}" dt="2023-12-11T10:01:57.528" v="588"/>
          <ac:spMkLst>
            <pc:docMk/>
            <pc:sldMk cId="946630345" sldId="528"/>
            <ac:spMk id="10" creationId="{9D1D2C84-0622-E3A2-4097-9E31130240A2}"/>
          </ac:spMkLst>
        </pc:spChg>
        <pc:spChg chg="add del mod">
          <ac:chgData name="FRABOULET Xavier" userId="18e1457a-6c31-407b-a82c-fce6695e284c" providerId="ADAL" clId="{3355E87B-8127-45B1-A314-46EFD6F561F4}" dt="2023-12-11T10:54:19.902" v="910" actId="21"/>
          <ac:spMkLst>
            <pc:docMk/>
            <pc:sldMk cId="946630345" sldId="528"/>
            <ac:spMk id="11" creationId="{1C400937-4A81-0782-2793-79E7FACC1AA7}"/>
          </ac:spMkLst>
        </pc:spChg>
        <pc:spChg chg="add del mod">
          <ac:chgData name="FRABOULET Xavier" userId="18e1457a-6c31-407b-a82c-fce6695e284c" providerId="ADAL" clId="{3355E87B-8127-45B1-A314-46EFD6F561F4}" dt="2023-12-11T10:54:25.999" v="913" actId="21"/>
          <ac:spMkLst>
            <pc:docMk/>
            <pc:sldMk cId="946630345" sldId="528"/>
            <ac:spMk id="12" creationId="{DEA87C38-C134-3F82-E9C7-17A18A3A999B}"/>
          </ac:spMkLst>
        </pc:spChg>
        <pc:spChg chg="add mod">
          <ac:chgData name="FRABOULET Xavier" userId="18e1457a-6c31-407b-a82c-fce6695e284c" providerId="ADAL" clId="{3355E87B-8127-45B1-A314-46EFD6F561F4}" dt="2023-12-11T10:54:24.659" v="912"/>
          <ac:spMkLst>
            <pc:docMk/>
            <pc:sldMk cId="946630345" sldId="528"/>
            <ac:spMk id="13" creationId="{23423D63-D138-2C3A-8338-7FBFE2041BF4}"/>
          </ac:spMkLst>
        </pc:spChg>
        <pc:spChg chg="add mod">
          <ac:chgData name="FRABOULET Xavier" userId="18e1457a-6c31-407b-a82c-fce6695e284c" providerId="ADAL" clId="{3355E87B-8127-45B1-A314-46EFD6F561F4}" dt="2023-12-11T10:54:29.365" v="915"/>
          <ac:spMkLst>
            <pc:docMk/>
            <pc:sldMk cId="946630345" sldId="528"/>
            <ac:spMk id="14" creationId="{B030F3ED-94D4-21D8-93B7-0A87797F847A}"/>
          </ac:spMkLst>
        </pc:spChg>
        <pc:spChg chg="mod">
          <ac:chgData name="FRABOULET Xavier" userId="18e1457a-6c31-407b-a82c-fce6695e284c" providerId="ADAL" clId="{3355E87B-8127-45B1-A314-46EFD6F561F4}" dt="2023-12-11T10:51:12.521" v="886" actId="207"/>
          <ac:spMkLst>
            <pc:docMk/>
            <pc:sldMk cId="946630345" sldId="528"/>
            <ac:spMk id="58" creationId="{D4FB747D-1A55-A5D9-2FFB-7CCEF47BAD70}"/>
          </ac:spMkLst>
        </pc:spChg>
        <pc:spChg chg="mod">
          <ac:chgData name="FRABOULET Xavier" userId="18e1457a-6c31-407b-a82c-fce6695e284c" providerId="ADAL" clId="{3355E87B-8127-45B1-A314-46EFD6F561F4}" dt="2023-12-11T10:51:18.040" v="888" actId="207"/>
          <ac:spMkLst>
            <pc:docMk/>
            <pc:sldMk cId="946630345" sldId="528"/>
            <ac:spMk id="1099" creationId="{274776B1-73ED-C899-D4D9-3D21FB92A08C}"/>
          </ac:spMkLst>
        </pc:spChg>
        <pc:spChg chg="mod">
          <ac:chgData name="FRABOULET Xavier" userId="18e1457a-6c31-407b-a82c-fce6695e284c" providerId="ADAL" clId="{3355E87B-8127-45B1-A314-46EFD6F561F4}" dt="2023-12-11T10:54:22.636" v="911" actId="207"/>
          <ac:spMkLst>
            <pc:docMk/>
            <pc:sldMk cId="946630345" sldId="528"/>
            <ac:spMk id="1113" creationId="{7F4DBCFD-A2F1-0A39-81D3-E10F587E6632}"/>
          </ac:spMkLst>
        </pc:spChg>
        <pc:spChg chg="mod">
          <ac:chgData name="FRABOULET Xavier" userId="18e1457a-6c31-407b-a82c-fce6695e284c" providerId="ADAL" clId="{3355E87B-8127-45B1-A314-46EFD6F561F4}" dt="2023-12-11T10:02:10.407" v="599" actId="404"/>
          <ac:spMkLst>
            <pc:docMk/>
            <pc:sldMk cId="946630345" sldId="528"/>
            <ac:spMk id="1124" creationId="{BD31BD1C-E306-4420-407E-AFEFACC8BF53}"/>
          </ac:spMkLst>
        </pc:spChg>
        <pc:spChg chg="mod">
          <ac:chgData name="FRABOULET Xavier" userId="18e1457a-6c31-407b-a82c-fce6695e284c" providerId="ADAL" clId="{3355E87B-8127-45B1-A314-46EFD6F561F4}" dt="2023-12-11T10:51:22.022" v="889" actId="207"/>
          <ac:spMkLst>
            <pc:docMk/>
            <pc:sldMk cId="946630345" sldId="528"/>
            <ac:spMk id="1127" creationId="{B2414D34-BE42-BB24-6485-EE16AA2AA345}"/>
          </ac:spMkLst>
        </pc:spChg>
        <pc:spChg chg="mod">
          <ac:chgData name="FRABOULET Xavier" userId="18e1457a-6c31-407b-a82c-fce6695e284c" providerId="ADAL" clId="{3355E87B-8127-45B1-A314-46EFD6F561F4}" dt="2023-12-11T10:54:28.869" v="914" actId="207"/>
          <ac:spMkLst>
            <pc:docMk/>
            <pc:sldMk cId="946630345" sldId="528"/>
            <ac:spMk id="1141" creationId="{3D3DF2A9-B771-2E94-2912-EEACE02099DF}"/>
          </ac:spMkLst>
        </pc:spChg>
        <pc:spChg chg="mod">
          <ac:chgData name="FRABOULET Xavier" userId="18e1457a-6c31-407b-a82c-fce6695e284c" providerId="ADAL" clId="{3355E87B-8127-45B1-A314-46EFD6F561F4}" dt="2023-12-11T10:02:07.146" v="596" actId="404"/>
          <ac:spMkLst>
            <pc:docMk/>
            <pc:sldMk cId="946630345" sldId="528"/>
            <ac:spMk id="1152" creationId="{028CA6C9-6CE9-90FB-DC51-7C506B26CAF1}"/>
          </ac:spMkLst>
        </pc:spChg>
        <pc:spChg chg="mod">
          <ac:chgData name="FRABOULET Xavier" userId="18e1457a-6c31-407b-a82c-fce6695e284c" providerId="ADAL" clId="{3355E87B-8127-45B1-A314-46EFD6F561F4}" dt="2023-12-11T10:51:25.219" v="890" actId="207"/>
          <ac:spMkLst>
            <pc:docMk/>
            <pc:sldMk cId="946630345" sldId="528"/>
            <ac:spMk id="1155" creationId="{FDDF366D-3C40-E832-02DD-2B44D08F12BE}"/>
          </ac:spMkLst>
        </pc:spChg>
      </pc:sldChg>
      <pc:sldChg chg="addSp delSp modSp add mod ord modNotesTx">
        <pc:chgData name="FRABOULET Xavier" userId="18e1457a-6c31-407b-a82c-fce6695e284c" providerId="ADAL" clId="{3355E87B-8127-45B1-A314-46EFD6F561F4}" dt="2023-12-11T12:31:27.879" v="985" actId="20577"/>
        <pc:sldMkLst>
          <pc:docMk/>
          <pc:sldMk cId="2211718737" sldId="529"/>
        </pc:sldMkLst>
        <pc:spChg chg="mod">
          <ac:chgData name="FRABOULET Xavier" userId="18e1457a-6c31-407b-a82c-fce6695e284c" providerId="ADAL" clId="{3355E87B-8127-45B1-A314-46EFD6F561F4}" dt="2023-12-11T10:55:32.296" v="929" actId="1076"/>
          <ac:spMkLst>
            <pc:docMk/>
            <pc:sldMk cId="2211718737" sldId="529"/>
            <ac:spMk id="4" creationId="{922C2886-DC99-5F1D-6FA9-349D06A9B219}"/>
          </ac:spMkLst>
        </pc:spChg>
        <pc:spChg chg="mod">
          <ac:chgData name="FRABOULET Xavier" userId="18e1457a-6c31-407b-a82c-fce6695e284c" providerId="ADAL" clId="{3355E87B-8127-45B1-A314-46EFD6F561F4}" dt="2023-12-11T12:31:27.879" v="985" actId="20577"/>
          <ac:spMkLst>
            <pc:docMk/>
            <pc:sldMk cId="2211718737" sldId="529"/>
            <ac:spMk id="5" creationId="{2D9F79FE-2C9A-BAB8-E1CF-56248F3D9600}"/>
          </ac:spMkLst>
        </pc:spChg>
        <pc:spChg chg="del mod">
          <ac:chgData name="FRABOULET Xavier" userId="18e1457a-6c31-407b-a82c-fce6695e284c" providerId="ADAL" clId="{3355E87B-8127-45B1-A314-46EFD6F561F4}" dt="2023-12-11T10:08:08.441" v="639" actId="478"/>
          <ac:spMkLst>
            <pc:docMk/>
            <pc:sldMk cId="2211718737" sldId="529"/>
            <ac:spMk id="9" creationId="{4A49558A-B149-98A9-CD8B-92F15E42AAFD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11" creationId="{DFB9A3A7-4D7E-9416-CFE1-0A689D7B19EB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13" creationId="{7F7C5FD3-F34B-554E-9D43-B6529F6742AE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14" creationId="{E2E2A353-C24F-4389-FC7B-C60E2D8EFAA7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16" creationId="{0C71D84E-432F-AA4E-207C-69ADDF1E8AD6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17" creationId="{2197FA97-0281-CDEB-F050-0F25504EFCD1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18" creationId="{AE0C5B10-3E3A-A2B4-FE52-14CED6B060EF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19" creationId="{25602D5E-99F2-92EA-7C2D-EAB6BECC26B0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20" creationId="{9CC63A82-A289-989E-7029-2D837AA8A600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21" creationId="{B9DE43B1-5E66-A8C7-261B-52FB1362E7CD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22" creationId="{9E604B8E-499C-8121-7011-E23F01E33518}"/>
          </ac:spMkLst>
        </pc:spChg>
        <pc:spChg chg="mod">
          <ac:chgData name="FRABOULET Xavier" userId="18e1457a-6c31-407b-a82c-fce6695e284c" providerId="ADAL" clId="{3355E87B-8127-45B1-A314-46EFD6F561F4}" dt="2023-12-11T10:06:11.473" v="609" actId="571"/>
          <ac:spMkLst>
            <pc:docMk/>
            <pc:sldMk cId="2211718737" sldId="529"/>
            <ac:spMk id="23" creationId="{3CFC9941-DB8C-7E32-520F-C83A76B4974F}"/>
          </ac:spMkLst>
        </pc:spChg>
        <pc:spChg chg="add mod ord">
          <ac:chgData name="FRABOULET Xavier" userId="18e1457a-6c31-407b-a82c-fce6695e284c" providerId="ADAL" clId="{3355E87B-8127-45B1-A314-46EFD6F561F4}" dt="2023-12-11T10:51:44.774" v="893" actId="1582"/>
          <ac:spMkLst>
            <pc:docMk/>
            <pc:sldMk cId="2211718737" sldId="529"/>
            <ac:spMk id="24" creationId="{10A1D490-3D39-39FF-09C8-1F8A6DDAB4EC}"/>
          </ac:spMkLst>
        </pc:spChg>
        <pc:spChg chg="add del mod">
          <ac:chgData name="FRABOULET Xavier" userId="18e1457a-6c31-407b-a82c-fce6695e284c" providerId="ADAL" clId="{3355E87B-8127-45B1-A314-46EFD6F561F4}" dt="2023-12-11T10:54:46.693" v="920" actId="21"/>
          <ac:spMkLst>
            <pc:docMk/>
            <pc:sldMk cId="2211718737" sldId="529"/>
            <ac:spMk id="25" creationId="{EC3D0AC9-0BD7-A0F6-4E6F-2973024EF42C}"/>
          </ac:spMkLst>
        </pc:spChg>
        <pc:spChg chg="add del mod">
          <ac:chgData name="FRABOULET Xavier" userId="18e1457a-6c31-407b-a82c-fce6695e284c" providerId="ADAL" clId="{3355E87B-8127-45B1-A314-46EFD6F561F4}" dt="2023-12-11T10:54:55.941" v="923" actId="21"/>
          <ac:spMkLst>
            <pc:docMk/>
            <pc:sldMk cId="2211718737" sldId="529"/>
            <ac:spMk id="26" creationId="{5E7E61FF-9580-80BE-5A5A-A7E4B042F33E}"/>
          </ac:spMkLst>
        </pc:spChg>
        <pc:spChg chg="add del mod">
          <ac:chgData name="FRABOULET Xavier" userId="18e1457a-6c31-407b-a82c-fce6695e284c" providerId="ADAL" clId="{3355E87B-8127-45B1-A314-46EFD6F561F4}" dt="2023-12-11T10:54:36.934" v="916" actId="21"/>
          <ac:spMkLst>
            <pc:docMk/>
            <pc:sldMk cId="2211718737" sldId="529"/>
            <ac:spMk id="27" creationId="{25B93A4B-4134-E6B5-0333-5E240D8C631D}"/>
          </ac:spMkLst>
        </pc:spChg>
        <pc:spChg chg="add del mod">
          <ac:chgData name="FRABOULET Xavier" userId="18e1457a-6c31-407b-a82c-fce6695e284c" providerId="ADAL" clId="{3355E87B-8127-45B1-A314-46EFD6F561F4}" dt="2023-12-11T10:43:25.597" v="785"/>
          <ac:spMkLst>
            <pc:docMk/>
            <pc:sldMk cId="2211718737" sldId="529"/>
            <ac:spMk id="28" creationId="{F2C3DEB5-3C90-C220-1054-821721951F16}"/>
          </ac:spMkLst>
        </pc:spChg>
        <pc:spChg chg="add del mod">
          <ac:chgData name="FRABOULET Xavier" userId="18e1457a-6c31-407b-a82c-fce6695e284c" providerId="ADAL" clId="{3355E87B-8127-45B1-A314-46EFD6F561F4}" dt="2023-12-11T10:43:29.624" v="789"/>
          <ac:spMkLst>
            <pc:docMk/>
            <pc:sldMk cId="2211718737" sldId="529"/>
            <ac:spMk id="29" creationId="{B4942593-B537-D2B6-497C-D05144E49BBD}"/>
          </ac:spMkLst>
        </pc:spChg>
        <pc:spChg chg="add mod">
          <ac:chgData name="FRABOULET Xavier" userId="18e1457a-6c31-407b-a82c-fce6695e284c" providerId="ADAL" clId="{3355E87B-8127-45B1-A314-46EFD6F561F4}" dt="2023-12-11T10:51:49.246" v="894" actId="1582"/>
          <ac:spMkLst>
            <pc:docMk/>
            <pc:sldMk cId="2211718737" sldId="529"/>
            <ac:spMk id="30" creationId="{42B25372-1697-8044-1D26-D11F91E33895}"/>
          </ac:spMkLst>
        </pc:spChg>
        <pc:spChg chg="add mod">
          <ac:chgData name="FRABOULET Xavier" userId="18e1457a-6c31-407b-a82c-fce6695e284c" providerId="ADAL" clId="{3355E87B-8127-45B1-A314-46EFD6F561F4}" dt="2023-12-11T10:55:25.706" v="927" actId="1076"/>
          <ac:spMkLst>
            <pc:docMk/>
            <pc:sldMk cId="2211718737" sldId="529"/>
            <ac:spMk id="31" creationId="{1B58A104-5E7D-4B38-63F0-6D6F0BA30C3C}"/>
          </ac:spMkLst>
        </pc:spChg>
        <pc:spChg chg="add mod">
          <ac:chgData name="FRABOULET Xavier" userId="18e1457a-6c31-407b-a82c-fce6695e284c" providerId="ADAL" clId="{3355E87B-8127-45B1-A314-46EFD6F561F4}" dt="2023-12-11T10:54:43.778" v="919"/>
          <ac:spMkLst>
            <pc:docMk/>
            <pc:sldMk cId="2211718737" sldId="529"/>
            <ac:spMk id="32" creationId="{B705A163-AF82-A50F-7B03-7D303ED33630}"/>
          </ac:spMkLst>
        </pc:spChg>
        <pc:spChg chg="add mod">
          <ac:chgData name="FRABOULET Xavier" userId="18e1457a-6c31-407b-a82c-fce6695e284c" providerId="ADAL" clId="{3355E87B-8127-45B1-A314-46EFD6F561F4}" dt="2023-12-11T10:54:54.127" v="922"/>
          <ac:spMkLst>
            <pc:docMk/>
            <pc:sldMk cId="2211718737" sldId="529"/>
            <ac:spMk id="33" creationId="{D020322B-6FCC-827E-CDD1-53DB9FDDBFD9}"/>
          </ac:spMkLst>
        </pc:spChg>
        <pc:spChg chg="add mod">
          <ac:chgData name="FRABOULET Xavier" userId="18e1457a-6c31-407b-a82c-fce6695e284c" providerId="ADAL" clId="{3355E87B-8127-45B1-A314-46EFD6F561F4}" dt="2023-12-11T10:54:59.687" v="925"/>
          <ac:spMkLst>
            <pc:docMk/>
            <pc:sldMk cId="2211718737" sldId="529"/>
            <ac:spMk id="34" creationId="{A580A1DD-CC3C-9B53-9F0B-3442B7520CA2}"/>
          </ac:spMkLst>
        </pc:spChg>
        <pc:spChg chg="mod">
          <ac:chgData name="FRABOULET Xavier" userId="18e1457a-6c31-407b-a82c-fce6695e284c" providerId="ADAL" clId="{3355E87B-8127-45B1-A314-46EFD6F561F4}" dt="2023-12-11T10:54:39.784" v="917" actId="207"/>
          <ac:spMkLst>
            <pc:docMk/>
            <pc:sldMk cId="2211718737" sldId="529"/>
            <ac:spMk id="58" creationId="{D4FB747D-1A55-A5D9-2FFB-7CCEF47BAD70}"/>
          </ac:spMkLst>
        </pc:spChg>
        <pc:spChg chg="mod">
          <ac:chgData name="FRABOULET Xavier" userId="18e1457a-6c31-407b-a82c-fce6695e284c" providerId="ADAL" clId="{3355E87B-8127-45B1-A314-46EFD6F561F4}" dt="2023-12-11T10:54:42.769" v="918" actId="207"/>
          <ac:spMkLst>
            <pc:docMk/>
            <pc:sldMk cId="2211718737" sldId="529"/>
            <ac:spMk id="1099" creationId="{274776B1-73ED-C899-D4D9-3D21FB92A08C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10" creationId="{81E9E2F5-2F89-0EAF-2FD3-C7548912FF44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12" creationId="{0AB32E63-48D8-29E7-B2D5-E412E35403EA}"/>
          </ac:spMkLst>
        </pc:spChg>
        <pc:spChg chg="mod">
          <ac:chgData name="FRABOULET Xavier" userId="18e1457a-6c31-407b-a82c-fce6695e284c" providerId="ADAL" clId="{3355E87B-8127-45B1-A314-46EFD6F561F4}" dt="2023-12-11T10:51:32.059" v="891" actId="207"/>
          <ac:spMkLst>
            <pc:docMk/>
            <pc:sldMk cId="2211718737" sldId="529"/>
            <ac:spMk id="1113" creationId="{7F4DBCFD-A2F1-0A39-81D3-E10F587E6632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15" creationId="{C767CE77-CC00-51F0-8DC8-5F29D8539FCC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16" creationId="{EB5BFEEE-8B4F-0462-B160-A20839B264F7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17" creationId="{52BD6BB9-BFE7-5E6C-CB96-A91F75E0476A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18" creationId="{CF81FFF9-6258-F3A7-8844-1FE3BBB88825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19" creationId="{A10AD308-0AC7-43AF-6B0B-41EF3B5D8783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20" creationId="{031B4A83-EDCA-E78E-F8EE-9DB12DE8CA53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21" creationId="{C655B2C7-1297-1A43-9365-A06479A5BF6C}"/>
          </ac:spMkLst>
        </pc:spChg>
        <pc:spChg chg="mod">
          <ac:chgData name="FRABOULET Xavier" userId="18e1457a-6c31-407b-a82c-fce6695e284c" providerId="ADAL" clId="{3355E87B-8127-45B1-A314-46EFD6F561F4}" dt="2023-12-11T10:43:14.571" v="780" actId="207"/>
          <ac:spMkLst>
            <pc:docMk/>
            <pc:sldMk cId="2211718737" sldId="529"/>
            <ac:spMk id="1122" creationId="{FD2A2FC9-6816-A38A-F95E-E6528C9D9E71}"/>
          </ac:spMkLst>
        </pc:spChg>
        <pc:spChg chg="mod">
          <ac:chgData name="FRABOULET Xavier" userId="18e1457a-6c31-407b-a82c-fce6695e284c" providerId="ADAL" clId="{3355E87B-8127-45B1-A314-46EFD6F561F4}" dt="2023-12-11T10:54:52.939" v="921" actId="207"/>
          <ac:spMkLst>
            <pc:docMk/>
            <pc:sldMk cId="2211718737" sldId="529"/>
            <ac:spMk id="1127" creationId="{B2414D34-BE42-BB24-6485-EE16AA2AA345}"/>
          </ac:spMkLst>
        </pc:spChg>
        <pc:spChg chg="mod">
          <ac:chgData name="FRABOULET Xavier" userId="18e1457a-6c31-407b-a82c-fce6695e284c" providerId="ADAL" clId="{3355E87B-8127-45B1-A314-46EFD6F561F4}" dt="2023-12-11T10:43:44.704" v="794" actId="403"/>
          <ac:spMkLst>
            <pc:docMk/>
            <pc:sldMk cId="2211718737" sldId="529"/>
            <ac:spMk id="1138" creationId="{DC7D2F5B-8C07-6F5C-E64E-5C257C31D0A2}"/>
          </ac:spMkLst>
        </pc:spChg>
        <pc:spChg chg="mod">
          <ac:chgData name="FRABOULET Xavier" userId="18e1457a-6c31-407b-a82c-fce6695e284c" providerId="ADAL" clId="{3355E87B-8127-45B1-A314-46EFD6F561F4}" dt="2023-12-11T10:51:35.559" v="892" actId="207"/>
          <ac:spMkLst>
            <pc:docMk/>
            <pc:sldMk cId="2211718737" sldId="529"/>
            <ac:spMk id="1141" creationId="{3D3DF2A9-B771-2E94-2912-EEACE02099DF}"/>
          </ac:spMkLst>
        </pc:spChg>
        <pc:spChg chg="mod">
          <ac:chgData name="FRABOULET Xavier" userId="18e1457a-6c31-407b-a82c-fce6695e284c" providerId="ADAL" clId="{3355E87B-8127-45B1-A314-46EFD6F561F4}" dt="2023-12-11T10:08:03.941" v="638" actId="404"/>
          <ac:spMkLst>
            <pc:docMk/>
            <pc:sldMk cId="2211718737" sldId="529"/>
            <ac:spMk id="1152" creationId="{028CA6C9-6CE9-90FB-DC51-7C506B26CAF1}"/>
          </ac:spMkLst>
        </pc:spChg>
        <pc:spChg chg="mod">
          <ac:chgData name="FRABOULET Xavier" userId="18e1457a-6c31-407b-a82c-fce6695e284c" providerId="ADAL" clId="{3355E87B-8127-45B1-A314-46EFD6F561F4}" dt="2023-12-11T10:54:58.682" v="924" actId="207"/>
          <ac:spMkLst>
            <pc:docMk/>
            <pc:sldMk cId="2211718737" sldId="529"/>
            <ac:spMk id="1155" creationId="{FDDF366D-3C40-E832-02DD-2B44D08F12BE}"/>
          </ac:spMkLst>
        </pc:spChg>
        <pc:grpChg chg="add mod">
          <ac:chgData name="FRABOULET Xavier" userId="18e1457a-6c31-407b-a82c-fce6695e284c" providerId="ADAL" clId="{3355E87B-8127-45B1-A314-46EFD6F561F4}" dt="2023-12-11T10:06:11.473" v="609" actId="571"/>
          <ac:grpSpMkLst>
            <pc:docMk/>
            <pc:sldMk cId="2211718737" sldId="529"/>
            <ac:grpSpMk id="10" creationId="{C4DA06D1-FF1A-14A9-18D4-948FCDA2A36C}"/>
          </ac:grpSpMkLst>
        </pc:grpChg>
        <pc:grpChg chg="mod">
          <ac:chgData name="FRABOULET Xavier" userId="18e1457a-6c31-407b-a82c-fce6695e284c" providerId="ADAL" clId="{3355E87B-8127-45B1-A314-46EFD6F561F4}" dt="2023-12-11T10:06:11.473" v="609" actId="571"/>
          <ac:grpSpMkLst>
            <pc:docMk/>
            <pc:sldMk cId="2211718737" sldId="529"/>
            <ac:grpSpMk id="12" creationId="{77933510-5A37-7A6B-869A-6AE796CE8C16}"/>
          </ac:grpSpMkLst>
        </pc:grpChg>
        <pc:grpChg chg="mod">
          <ac:chgData name="FRABOULET Xavier" userId="18e1457a-6c31-407b-a82c-fce6695e284c" providerId="ADAL" clId="{3355E87B-8127-45B1-A314-46EFD6F561F4}" dt="2023-12-11T10:06:11.473" v="609" actId="571"/>
          <ac:grpSpMkLst>
            <pc:docMk/>
            <pc:sldMk cId="2211718737" sldId="529"/>
            <ac:grpSpMk id="15" creationId="{7984F90C-7E83-B540-36EC-783A1F7A998F}"/>
          </ac:grpSpMkLst>
        </pc:grpChg>
        <pc:grpChg chg="mod">
          <ac:chgData name="FRABOULET Xavier" userId="18e1457a-6c31-407b-a82c-fce6695e284c" providerId="ADAL" clId="{3355E87B-8127-45B1-A314-46EFD6F561F4}" dt="2023-12-11T10:43:14.571" v="780" actId="207"/>
          <ac:grpSpMkLst>
            <pc:docMk/>
            <pc:sldMk cId="2211718737" sldId="529"/>
            <ac:grpSpMk id="1109" creationId="{A555F1E1-2D31-DE44-A32E-70B14AF39869}"/>
          </ac:grpSpMkLst>
        </pc:grpChg>
        <pc:grpChg chg="mod">
          <ac:chgData name="FRABOULET Xavier" userId="18e1457a-6c31-407b-a82c-fce6695e284c" providerId="ADAL" clId="{3355E87B-8127-45B1-A314-46EFD6F561F4}" dt="2023-12-11T10:43:14.571" v="780" actId="207"/>
          <ac:grpSpMkLst>
            <pc:docMk/>
            <pc:sldMk cId="2211718737" sldId="529"/>
            <ac:grpSpMk id="1111" creationId="{A9FCE068-7C54-2556-BD96-45D2671F521B}"/>
          </ac:grpSpMkLst>
        </pc:grpChg>
        <pc:grpChg chg="mod">
          <ac:chgData name="FRABOULET Xavier" userId="18e1457a-6c31-407b-a82c-fce6695e284c" providerId="ADAL" clId="{3355E87B-8127-45B1-A314-46EFD6F561F4}" dt="2023-12-11T10:43:14.571" v="780" actId="207"/>
          <ac:grpSpMkLst>
            <pc:docMk/>
            <pc:sldMk cId="2211718737" sldId="529"/>
            <ac:grpSpMk id="1114" creationId="{17DDDB2A-749C-531B-5D3A-987CC0B4FE8B}"/>
          </ac:grpSpMkLst>
        </pc:grpChg>
        <pc:grpChg chg="add del">
          <ac:chgData name="FRABOULET Xavier" userId="18e1457a-6c31-407b-a82c-fce6695e284c" providerId="ADAL" clId="{3355E87B-8127-45B1-A314-46EFD6F561F4}" dt="2023-12-11T10:07:59.487" v="629" actId="478"/>
          <ac:grpSpMkLst>
            <pc:docMk/>
            <pc:sldMk cId="2211718737" sldId="529"/>
            <ac:grpSpMk id="1137" creationId="{247278BD-2BF9-863C-1324-C78FB865FE19}"/>
          </ac:grpSpMkLst>
        </pc:grpChg>
        <pc:grpChg chg="mod">
          <ac:chgData name="FRABOULET Xavier" userId="18e1457a-6c31-407b-a82c-fce6695e284c" providerId="ADAL" clId="{3355E87B-8127-45B1-A314-46EFD6F561F4}" dt="2023-12-11T10:06:19.713" v="613" actId="1076"/>
          <ac:grpSpMkLst>
            <pc:docMk/>
            <pc:sldMk cId="2211718737" sldId="529"/>
            <ac:grpSpMk id="1151" creationId="{8568B50C-2F9A-ED0D-47CD-5A2B71CE961B}"/>
          </ac:grpSpMkLst>
        </pc:grpChg>
      </pc:sldChg>
      <pc:sldChg chg="modSp add mod">
        <pc:chgData name="FRABOULET Xavier" userId="18e1457a-6c31-407b-a82c-fce6695e284c" providerId="ADAL" clId="{3355E87B-8127-45B1-A314-46EFD6F561F4}" dt="2023-12-12T12:36:36.301" v="1065" actId="20577"/>
        <pc:sldMkLst>
          <pc:docMk/>
          <pc:sldMk cId="2263044371" sldId="530"/>
        </pc:sldMkLst>
        <pc:spChg chg="mod">
          <ac:chgData name="FRABOULET Xavier" userId="18e1457a-6c31-407b-a82c-fce6695e284c" providerId="ADAL" clId="{3355E87B-8127-45B1-A314-46EFD6F561F4}" dt="2023-12-12T12:30:28.023" v="1037" actId="20577"/>
          <ac:spMkLst>
            <pc:docMk/>
            <pc:sldMk cId="2263044371" sldId="530"/>
            <ac:spMk id="2" creationId="{3068B5C0-51C8-D211-C47E-CE7628BFC5C0}"/>
          </ac:spMkLst>
        </pc:spChg>
        <pc:spChg chg="mod">
          <ac:chgData name="FRABOULET Xavier" userId="18e1457a-6c31-407b-a82c-fce6695e284c" providerId="ADAL" clId="{3355E87B-8127-45B1-A314-46EFD6F561F4}" dt="2023-12-12T12:36:36.301" v="1065" actId="20577"/>
          <ac:spMkLst>
            <pc:docMk/>
            <pc:sldMk cId="2263044371" sldId="530"/>
            <ac:spMk id="6" creationId="{BE90A946-C960-3A00-4008-70283FEE7764}"/>
          </ac:spMkLst>
        </pc:spChg>
      </pc:sldChg>
      <pc:sldChg chg="addSp delSp modSp add del mod ord modNotesTx">
        <pc:chgData name="FRABOULET Xavier" userId="18e1457a-6c31-407b-a82c-fce6695e284c" providerId="ADAL" clId="{3355E87B-8127-45B1-A314-46EFD6F561F4}" dt="2023-12-11T10:46:01.535" v="871" actId="47"/>
        <pc:sldMkLst>
          <pc:docMk/>
          <pc:sldMk cId="3633727429" sldId="530"/>
        </pc:sldMkLst>
        <pc:spChg chg="mod">
          <ac:chgData name="FRABOULET Xavier" userId="18e1457a-6c31-407b-a82c-fce6695e284c" providerId="ADAL" clId="{3355E87B-8127-45B1-A314-46EFD6F561F4}" dt="2023-12-11T10:09:58.512" v="689" actId="15"/>
          <ac:spMkLst>
            <pc:docMk/>
            <pc:sldMk cId="3633727429" sldId="530"/>
            <ac:spMk id="4" creationId="{922C2886-DC99-5F1D-6FA9-349D06A9B219}"/>
          </ac:spMkLst>
        </pc:spChg>
        <pc:spChg chg="mod">
          <ac:chgData name="FRABOULET Xavier" userId="18e1457a-6c31-407b-a82c-fce6695e284c" providerId="ADAL" clId="{3355E87B-8127-45B1-A314-46EFD6F561F4}" dt="2023-12-11T10:08:52.889" v="679" actId="20577"/>
          <ac:spMkLst>
            <pc:docMk/>
            <pc:sldMk cId="3633727429" sldId="530"/>
            <ac:spMk id="5" creationId="{2D9F79FE-2C9A-BAB8-E1CF-56248F3D9600}"/>
          </ac:spMkLst>
        </pc:spChg>
        <pc:spChg chg="add del mod">
          <ac:chgData name="FRABOULET Xavier" userId="18e1457a-6c31-407b-a82c-fce6695e284c" providerId="ADAL" clId="{3355E87B-8127-45B1-A314-46EFD6F561F4}" dt="2023-12-11T10:20:21.811" v="759"/>
          <ac:spMkLst>
            <pc:docMk/>
            <pc:sldMk cId="3633727429" sldId="530"/>
            <ac:spMk id="9" creationId="{111BCB72-9E24-9319-140C-021C3B77DF04}"/>
          </ac:spMkLst>
        </pc:spChg>
        <pc:spChg chg="mod">
          <ac:chgData name="FRABOULET Xavier" userId="18e1457a-6c31-407b-a82c-fce6695e284c" providerId="ADAL" clId="{3355E87B-8127-45B1-A314-46EFD6F561F4}" dt="2023-12-11T10:09:07.288" v="680" actId="1076"/>
          <ac:spMkLst>
            <pc:docMk/>
            <pc:sldMk cId="3633727429" sldId="530"/>
            <ac:spMk id="24" creationId="{10A1D490-3D39-39FF-09C8-1F8A6DDAB4EC}"/>
          </ac:spMkLst>
        </pc:spChg>
        <pc:spChg chg="mod">
          <ac:chgData name="FRABOULET Xavier" userId="18e1457a-6c31-407b-a82c-fce6695e284c" providerId="ADAL" clId="{3355E87B-8127-45B1-A314-46EFD6F561F4}" dt="2023-12-11T10:09:12.520" v="683" actId="404"/>
          <ac:spMkLst>
            <pc:docMk/>
            <pc:sldMk cId="3633727429" sldId="530"/>
            <ac:spMk id="1110" creationId="{81E9E2F5-2F89-0EAF-2FD3-C7548912FF44}"/>
          </ac:spMkLst>
        </pc:spChg>
      </pc:sldChg>
      <pc:sldChg chg="modSp add mod">
        <pc:chgData name="FRABOULET Xavier" userId="18e1457a-6c31-407b-a82c-fce6695e284c" providerId="ADAL" clId="{3355E87B-8127-45B1-A314-46EFD6F561F4}" dt="2023-12-14T15:35:37.781" v="1176" actId="20577"/>
        <pc:sldMkLst>
          <pc:docMk/>
          <pc:sldMk cId="73476332" sldId="531"/>
        </pc:sldMkLst>
        <pc:spChg chg="mod">
          <ac:chgData name="FRABOULET Xavier" userId="18e1457a-6c31-407b-a82c-fce6695e284c" providerId="ADAL" clId="{3355E87B-8127-45B1-A314-46EFD6F561F4}" dt="2023-12-14T15:35:37.781" v="1176" actId="20577"/>
          <ac:spMkLst>
            <pc:docMk/>
            <pc:sldMk cId="73476332" sldId="531"/>
            <ac:spMk id="7" creationId="{00000000-0000-0000-0000-000000000000}"/>
          </ac:spMkLst>
        </pc:spChg>
        <pc:spChg chg="mod">
          <ac:chgData name="FRABOULET Xavier" userId="18e1457a-6c31-407b-a82c-fce6695e284c" providerId="ADAL" clId="{3355E87B-8127-45B1-A314-46EFD6F561F4}" dt="2023-12-14T15:35:34.334" v="1174"/>
          <ac:spMkLst>
            <pc:docMk/>
            <pc:sldMk cId="73476332" sldId="531"/>
            <ac:spMk id="8" creationId="{00000000-0000-0000-0000-000000000000}"/>
          </ac:spMkLst>
        </pc:spChg>
      </pc:sldChg>
      <pc:sldChg chg="modSp add mod modNotesTx">
        <pc:chgData name="FRABOULET Xavier" userId="18e1457a-6c31-407b-a82c-fce6695e284c" providerId="ADAL" clId="{3355E87B-8127-45B1-A314-46EFD6F561F4}" dt="2023-12-14T15:36:06.606" v="1181" actId="20577"/>
        <pc:sldMkLst>
          <pc:docMk/>
          <pc:sldMk cId="805742621" sldId="532"/>
        </pc:sldMkLst>
        <pc:spChg chg="mod">
          <ac:chgData name="FRABOULET Xavier" userId="18e1457a-6c31-407b-a82c-fce6695e284c" providerId="ADAL" clId="{3355E87B-8127-45B1-A314-46EFD6F561F4}" dt="2023-12-14T15:36:06.606" v="1181" actId="20577"/>
          <ac:spMkLst>
            <pc:docMk/>
            <pc:sldMk cId="805742621" sldId="532"/>
            <ac:spMk id="2" creationId="{3068B5C0-51C8-D211-C47E-CE7628BFC5C0}"/>
          </ac:spMkLst>
        </pc:spChg>
        <pc:spChg chg="mod">
          <ac:chgData name="FRABOULET Xavier" userId="18e1457a-6c31-407b-a82c-fce6695e284c" providerId="ADAL" clId="{3355E87B-8127-45B1-A314-46EFD6F561F4}" dt="2023-12-14T15:35:44.050" v="1178"/>
          <ac:spMkLst>
            <pc:docMk/>
            <pc:sldMk cId="805742621" sldId="532"/>
            <ac:spMk id="6" creationId="{BE90A946-C960-3A00-4008-70283FEE7764}"/>
          </ac:spMkLst>
        </pc:spChg>
      </pc:sldChg>
    </pc:docChg>
  </pc:docChgLst>
  <pc:docChgLst>
    <pc:chgData name="FRABOULET Xavier" userId="S::xavier.fraboulet@soprasteria.com::18e1457a-6c31-407b-a82c-fce6695e284c" providerId="AD" clId="Web-{403CE613-4CA6-B02A-B346-3E628D7A7C40}"/>
    <pc:docChg chg="modSld">
      <pc:chgData name="FRABOULET Xavier" userId="S::xavier.fraboulet@soprasteria.com::18e1457a-6c31-407b-a82c-fce6695e284c" providerId="AD" clId="Web-{403CE613-4CA6-B02A-B346-3E628D7A7C40}" dt="2022-12-05T20:49:52.178" v="1" actId="20577"/>
      <pc:docMkLst>
        <pc:docMk/>
      </pc:docMkLst>
      <pc:sldChg chg="modSp">
        <pc:chgData name="FRABOULET Xavier" userId="S::xavier.fraboulet@soprasteria.com::18e1457a-6c31-407b-a82c-fce6695e284c" providerId="AD" clId="Web-{403CE613-4CA6-B02A-B346-3E628D7A7C40}" dt="2022-12-05T20:49:52.178" v="1" actId="20577"/>
        <pc:sldMkLst>
          <pc:docMk/>
          <pc:sldMk cId="2829465686" sldId="521"/>
        </pc:sldMkLst>
        <pc:spChg chg="mod">
          <ac:chgData name="FRABOULET Xavier" userId="S::xavier.fraboulet@soprasteria.com::18e1457a-6c31-407b-a82c-fce6695e284c" providerId="AD" clId="Web-{403CE613-4CA6-B02A-B346-3E628D7A7C40}" dt="2022-12-05T20:49:52.178" v="1" actId="20577"/>
          <ac:spMkLst>
            <pc:docMk/>
            <pc:sldMk cId="2829465686" sldId="521"/>
            <ac:spMk id="4" creationId="{789A8B4F-C812-473F-AA9B-783CFD88E18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F909176-B8EA-41DD-8F92-1C989DF34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Sopra Steria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C9821C-F7AD-4360-B041-FD7C83E573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9990E-EF74-4690-9C49-66B753ABCBE5}" type="datetimeFigureOut">
              <a:rPr lang="fr-FR" smtClean="0"/>
              <a:t>15/12/2023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8CF8D4-1618-452C-887D-A91AC8FC95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Intitulé du document - Sopra Steria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C10792-DA87-4BDA-BA6B-D87502BBBF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A86D7-3F34-4350-90B7-F3AF3732A6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Sopra Steria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15751-71F6-48FA-9E72-AC2A9C8346A7}" type="datetimeFigureOut">
              <a:rPr lang="fr-FR" smtClean="0"/>
              <a:t>15/12/2023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Intitulé du document - Sopra Steria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9E83D-10BD-4912-838C-C14C2B947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445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_Dégradé_Texte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68418" cy="542631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38" y="788400"/>
            <a:ext cx="6120000" cy="1980000"/>
          </a:xfrm>
        </p:spPr>
        <p:txBody>
          <a:bodyPr anchor="b"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6" y="3785955"/>
            <a:ext cx="5475216" cy="540000"/>
          </a:xfrm>
        </p:spPr>
        <p:txBody>
          <a:bodyPr anchor="t"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Modifiez le style des sous-titres du masque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B0C77F6-E4AE-4496-B76D-D2AF8FFF1815}"/>
              </a:ext>
            </a:extLst>
          </p:cNvPr>
          <p:cNvCxnSpPr>
            <a:cxnSpLocks/>
          </p:cNvCxnSpPr>
          <p:nvPr userDrawn="1"/>
        </p:nvCxnSpPr>
        <p:spPr>
          <a:xfrm>
            <a:off x="719138" y="3233737"/>
            <a:ext cx="72151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656" y="5891648"/>
            <a:ext cx="5426796" cy="744854"/>
          </a:xfrm>
          <a:prstGeom prst="rect">
            <a:avLst/>
          </a:prstGeom>
        </p:spPr>
      </p:pic>
      <p:sp>
        <p:nvSpPr>
          <p:cNvPr id="4" name="ZoneTexte 3"/>
          <p:cNvSpPr txBox="1"/>
          <p:nvPr userDrawn="1"/>
        </p:nvSpPr>
        <p:spPr>
          <a:xfrm>
            <a:off x="3101676" y="6039576"/>
            <a:ext cx="2485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noProof="0">
                <a:solidFill>
                  <a:schemeClr val="tx2"/>
                </a:solidFill>
              </a:rPr>
              <a:t>*</a:t>
            </a:r>
            <a:endParaRPr lang="fr-FR" sz="1050" b="1" noProof="0">
              <a:solidFill>
                <a:schemeClr val="tx2"/>
              </a:solidFill>
            </a:endParaRPr>
          </a:p>
        </p:txBody>
      </p:sp>
      <p:sp>
        <p:nvSpPr>
          <p:cNvPr id="19" name="ZoneTexte 18"/>
          <p:cNvSpPr txBox="1"/>
          <p:nvPr userDrawn="1"/>
        </p:nvSpPr>
        <p:spPr>
          <a:xfrm rot="16200000">
            <a:off x="10855001" y="4732026"/>
            <a:ext cx="13961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0" kern="1200" noProof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Le monde est tel que nous le façonnons.</a:t>
            </a:r>
            <a:endParaRPr lang="fr-FR" sz="500" b="0" noProof="0">
              <a:solidFill>
                <a:schemeClr val="tx1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5767514"/>
            <a:ext cx="2990850" cy="7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6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_Photo_Texte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2BCE75D2-6C84-4F8F-9300-67E0175D069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1473200" cy="5417345"/>
          </a:xfr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556" y="788400"/>
            <a:ext cx="6120000" cy="1980000"/>
          </a:xfrm>
        </p:spPr>
        <p:txBody>
          <a:bodyPr anchor="b"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</a:t>
            </a:r>
            <a:br>
              <a:rPr lang="fr-FR" noProof="0"/>
            </a:br>
            <a:r>
              <a:rPr lang="fr-FR" noProof="0"/>
              <a:t>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6" y="3785955"/>
            <a:ext cx="5475216" cy="540000"/>
          </a:xfrm>
        </p:spPr>
        <p:txBody>
          <a:bodyPr anchor="t"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3" y="6021827"/>
            <a:ext cx="2705573" cy="371353"/>
          </a:xfrm>
          <a:prstGeom prst="rect">
            <a:avLst/>
          </a:prstGeom>
        </p:spPr>
      </p:pic>
      <p:sp>
        <p:nvSpPr>
          <p:cNvPr id="17" name="ZoneTexte 16"/>
          <p:cNvSpPr txBox="1"/>
          <p:nvPr userDrawn="1"/>
        </p:nvSpPr>
        <p:spPr>
          <a:xfrm>
            <a:off x="3101676" y="6039576"/>
            <a:ext cx="2485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noProof="0">
                <a:solidFill>
                  <a:schemeClr val="tx2"/>
                </a:solidFill>
              </a:rPr>
              <a:t>*</a:t>
            </a:r>
            <a:endParaRPr lang="fr-FR" sz="1050" b="1" noProof="0">
              <a:solidFill>
                <a:schemeClr val="tx2"/>
              </a:solidFill>
            </a:endParaRPr>
          </a:p>
        </p:txBody>
      </p:sp>
      <p:sp>
        <p:nvSpPr>
          <p:cNvPr id="19" name="ZoneTexte 18"/>
          <p:cNvSpPr txBox="1"/>
          <p:nvPr userDrawn="1"/>
        </p:nvSpPr>
        <p:spPr>
          <a:xfrm rot="16200000">
            <a:off x="10855001" y="4732026"/>
            <a:ext cx="13961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0" kern="1200" noProof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Le monde est tel que nous le façonnons.</a:t>
            </a:r>
            <a:endParaRPr lang="fr-FR" sz="500" b="0" noProof="0">
              <a:solidFill>
                <a:schemeClr val="tx1"/>
              </a:solidFill>
            </a:endParaRPr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5767514"/>
            <a:ext cx="2990850" cy="7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1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_Photo_TexteRou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2BCE75D2-6C84-4F8F-9300-67E0175D069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1473200" cy="5417345"/>
          </a:xfr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555" y="787079"/>
            <a:ext cx="6120000" cy="1980000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Modifiez le style </a:t>
            </a:r>
            <a:br>
              <a:rPr lang="fr-FR" noProof="0"/>
            </a:br>
            <a:r>
              <a:rPr lang="fr-FR" noProof="0"/>
              <a:t>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5" y="3785955"/>
            <a:ext cx="5475215" cy="540000"/>
          </a:xfrm>
        </p:spPr>
        <p:txBody>
          <a:bodyPr anchor="t"/>
          <a:lstStyle>
            <a:lvl1pPr marL="0" indent="0" algn="l">
              <a:buNone/>
              <a:defRPr sz="1400" b="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3" y="6021827"/>
            <a:ext cx="2705573" cy="371353"/>
          </a:xfrm>
          <a:prstGeom prst="rect">
            <a:avLst/>
          </a:prstGeom>
        </p:spPr>
      </p:pic>
      <p:sp>
        <p:nvSpPr>
          <p:cNvPr id="13" name="ZoneTexte 12"/>
          <p:cNvSpPr txBox="1"/>
          <p:nvPr userDrawn="1"/>
        </p:nvSpPr>
        <p:spPr>
          <a:xfrm>
            <a:off x="3101676" y="6039576"/>
            <a:ext cx="2485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noProof="0">
                <a:solidFill>
                  <a:schemeClr val="tx2"/>
                </a:solidFill>
              </a:rPr>
              <a:t>*</a:t>
            </a:r>
            <a:endParaRPr lang="fr-FR" sz="1050" b="1" noProof="0">
              <a:solidFill>
                <a:schemeClr val="tx2"/>
              </a:solidFill>
            </a:endParaRPr>
          </a:p>
        </p:txBody>
      </p:sp>
      <p:sp>
        <p:nvSpPr>
          <p:cNvPr id="17" name="ZoneTexte 16"/>
          <p:cNvSpPr txBox="1"/>
          <p:nvPr userDrawn="1"/>
        </p:nvSpPr>
        <p:spPr>
          <a:xfrm rot="16200000">
            <a:off x="10855001" y="4732026"/>
            <a:ext cx="13961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0" kern="1200" noProof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Le monde est tel que nous le façonnons.</a:t>
            </a:r>
            <a:endParaRPr lang="fr-FR" sz="500" b="0" noProof="0">
              <a:solidFill>
                <a:schemeClr val="tx1"/>
              </a:solidFill>
            </a:endParaRPr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5767514"/>
            <a:ext cx="2990850" cy="7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45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mmaire_Dégradé_Texte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19"/>
            <a:ext cx="12192000" cy="6114287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3106" y="1741479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9250" y="1741479"/>
            <a:ext cx="9851389" cy="60961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A4F7D656-C6A7-4E40-8463-1DA89AD8787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23106" y="2403943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CD24ADA-4EC4-4D0D-9A45-04018346B8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19250" y="2403944"/>
            <a:ext cx="9851389" cy="611523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1077578B-007D-4CE7-BBC2-92FD4954E06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106" y="3066407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9DC529F-0935-48DF-BEAC-4AE83F94E0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0" y="3066408"/>
            <a:ext cx="9851389" cy="612000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39BA69C-B1C0-479F-9F80-102E4524E73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23106" y="3728871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DF0D3D75-8DB2-4B18-9B7D-73BAF2D0D5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9250" y="3728872"/>
            <a:ext cx="9851389" cy="61199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9261F303-D033-4A3A-9F3D-70FE683684C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23106" y="4391335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E5DDF2DF-5619-4DC5-A488-D73DA10050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9250" y="4391335"/>
            <a:ext cx="9851389" cy="61723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2FB7891-B5C9-49E2-B6B5-598576E6F4B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723106" y="5053798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38E77CF1-DFAE-450B-87C3-BACBCFD912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19250" y="5053799"/>
            <a:ext cx="9851389" cy="612000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4" name="ZoneTexte 23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5" name="Rectangle 24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0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28669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mmaire_GrandePhoto_Texte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EC36A585-7370-41B5-873A-8B80E3E462EB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0" y="0"/>
            <a:ext cx="12192000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80707" y="1301230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1134" y="1301230"/>
            <a:ext cx="4729506" cy="621525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A4F7D656-C6A7-4E40-8463-1DA89AD8787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80707" y="1925594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CD24ADA-4EC4-4D0D-9A45-04018346B8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1134" y="1922755"/>
            <a:ext cx="4729506" cy="621984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1077578B-007D-4CE7-BBC2-92FD4954E06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880707" y="2549958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9DC529F-0935-48DF-BEAC-4AE83F94E0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1134" y="2544740"/>
            <a:ext cx="4729506" cy="621982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39BA69C-B1C0-479F-9F80-102E4524E73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880707" y="3174322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DF0D3D75-8DB2-4B18-9B7D-73BAF2D0D5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1134" y="3174323"/>
            <a:ext cx="4729506" cy="614382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9261F303-D033-4A3A-9F3D-70FE683684C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880707" y="3798686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E5DDF2DF-5619-4DC5-A488-D73DA10050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41134" y="3796306"/>
            <a:ext cx="4729506" cy="614381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2FB7891-B5C9-49E2-B6B5-598576E6F4B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880707" y="4423049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38E77CF1-DFAE-450B-87C3-BACBCFD912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1134" y="4418289"/>
            <a:ext cx="4729506" cy="614380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5" name="ZoneTexte 24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6" name="Rectangle 25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7" name="Rectangle 26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8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418468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mmaire_PetitePhoto_Texte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136" y="1826419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CD24ADA-4EC4-4D0D-9A45-04018346B8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136" y="2490788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9DC529F-0935-48DF-BEAC-4AE83F94E0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9136" y="3155157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DF0D3D75-8DB2-4B18-9B7D-73BAF2D0D5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136" y="3819526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E5DDF2DF-5619-4DC5-A488-D73DA10050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6" y="4483895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38E77CF1-DFAE-450B-87C3-BACBCFD912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9136" y="5148262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6308D7D9-6833-45E5-89E1-E5B5B2F4792C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6788894" y="1410981"/>
            <a:ext cx="4680000" cy="468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6" name="Rectangle 15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6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146951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mier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-1297"/>
            <a:ext cx="6089904" cy="6114312"/>
          </a:xfrm>
          <a:prstGeom prst="rect">
            <a:avLst/>
          </a:prstGeom>
          <a:gradFill flip="none" rotWithShape="1">
            <a:gsLst>
              <a:gs pos="50000">
                <a:schemeClr val="tx2"/>
              </a:gs>
              <a:gs pos="100000">
                <a:schemeClr val="bg2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849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ième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rgbClr val="8D1D8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8C1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-1"/>
            <a:ext cx="6090168" cy="6113016"/>
          </a:xfrm>
          <a:prstGeom prst="rect">
            <a:avLst/>
          </a:prstGeom>
          <a:gradFill flip="none" rotWithShape="1">
            <a:gsLst>
              <a:gs pos="50000">
                <a:srgbClr val="8D1D82"/>
              </a:gs>
              <a:gs pos="100000">
                <a:srgbClr val="EA5599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77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roisième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rgbClr val="00A188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00A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-1"/>
            <a:ext cx="6090168" cy="6120962"/>
          </a:xfrm>
          <a:prstGeom prst="rect">
            <a:avLst/>
          </a:prstGeom>
          <a:gradFill flip="none" rotWithShape="1">
            <a:gsLst>
              <a:gs pos="50000">
                <a:srgbClr val="00A188"/>
              </a:gs>
              <a:gs pos="100000">
                <a:srgbClr val="95C11F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476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atrième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rgbClr val="007AC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-1"/>
            <a:ext cx="6090168" cy="6120962"/>
          </a:xfrm>
          <a:prstGeom prst="rect">
            <a:avLst/>
          </a:prstGeom>
          <a:gradFill flip="none" rotWithShape="1">
            <a:gsLst>
              <a:gs pos="50000">
                <a:srgbClr val="007AC2"/>
              </a:gs>
              <a:gs pos="100000">
                <a:srgbClr val="32ABD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19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mierIntercalair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9855EAE7-49DB-4EDD-97CF-B2992F550A65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0"/>
            <a:ext cx="6094800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6" name="ZoneTexte 25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27" name="Rectangle 26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</p:spTree>
    <p:extLst>
      <p:ext uri="{BB962C8B-B14F-4D97-AF65-F5344CB8AC3E}">
        <p14:creationId xmlns:p14="http://schemas.microsoft.com/office/powerpoint/2010/main" val="3085566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10751504" cy="4389120"/>
          </a:xfrm>
        </p:spPr>
        <p:txBody>
          <a:bodyPr/>
          <a:lstStyle>
            <a:lvl1pPr marL="355600" indent="-355600">
              <a:defRPr>
                <a:solidFill>
                  <a:schemeClr val="tx1"/>
                </a:solidFill>
              </a:defRPr>
            </a:lvl1pPr>
            <a:lvl2pPr marL="630238" indent="-274638">
              <a:defRPr>
                <a:solidFill>
                  <a:schemeClr val="tx1"/>
                </a:solidFill>
              </a:defRPr>
            </a:lvl2pPr>
            <a:lvl3pPr marL="720725" indent="0">
              <a:defRPr>
                <a:solidFill>
                  <a:schemeClr val="tx1"/>
                </a:solidFill>
              </a:defRPr>
            </a:lvl3pPr>
            <a:lvl4pPr marL="893763" indent="0"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200" y="6337302"/>
            <a:ext cx="612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000" y="6337302"/>
            <a:ext cx="3600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817015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DeuxColonne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3240"/>
            <a:ext cx="5242392" cy="438324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A56DBCFF-9EF4-4749-B7CA-DBFD50831D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1743240"/>
            <a:ext cx="5254477" cy="438324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3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10306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DeuxColonn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200" y="6337302"/>
            <a:ext cx="612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000" y="6337302"/>
            <a:ext cx="3600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137" y="1744980"/>
            <a:ext cx="10751504" cy="4389120"/>
          </a:xfrm>
        </p:spPr>
        <p:txBody>
          <a:bodyPr numCol="2" spcCol="216000"/>
          <a:lstStyle>
            <a:lvl1pPr marL="355600" indent="-355600">
              <a:defRPr>
                <a:solidFill>
                  <a:schemeClr val="tx1"/>
                </a:solidFill>
              </a:defRPr>
            </a:lvl1pPr>
            <a:lvl2pPr marL="630238" indent="-274638">
              <a:defRPr>
                <a:solidFill>
                  <a:schemeClr val="tx1"/>
                </a:solidFill>
              </a:defRPr>
            </a:lvl2pPr>
            <a:lvl3pPr marL="720725" indent="0">
              <a:defRPr>
                <a:solidFill>
                  <a:schemeClr val="tx1"/>
                </a:solidFill>
              </a:defRPr>
            </a:lvl3pPr>
            <a:lvl4pPr marL="893763" indent="0"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37883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&amp;MiseEnAv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6142725" cy="438912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A56DBCFF-9EF4-4749-B7CA-DBFD50831D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1840" y="1746300"/>
            <a:ext cx="4372560" cy="4387800"/>
          </a:xfrm>
          <a:solidFill>
            <a:schemeClr val="tx2"/>
          </a:solidFill>
        </p:spPr>
        <p:txBody>
          <a:bodyPr lIns="360000" tIns="252000" rIns="360000" bIns="252000"/>
          <a:lstStyle>
            <a:lvl1pPr marL="355600" indent="-355600">
              <a:buClr>
                <a:schemeClr val="bg1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30238" indent="-274638">
              <a:buClr>
                <a:schemeClr val="bg1"/>
              </a:buClr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720725" indent="0">
              <a:defRPr>
                <a:solidFill>
                  <a:schemeClr val="bg1"/>
                </a:solidFill>
              </a:defRPr>
            </a:lvl3pPr>
            <a:lvl4pPr marL="893763" indent="0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9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017904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&amp;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2" name="Espace réservé du texte 8">
            <a:extLst>
              <a:ext uri="{FF2B5EF4-FFF2-40B4-BE49-F238E27FC236}">
                <a16:creationId xmlns:a16="http://schemas.microsoft.com/office/drawing/2014/main" id="{882DE451-41D6-4E24-AF82-4D199C1930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6948" y="4286440"/>
            <a:ext cx="1440000" cy="5400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00" b="0"/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42DA93A6-68F2-4B88-8A9A-5701B043198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164567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24" name="Espace réservé du texte 8">
            <a:extLst>
              <a:ext uri="{FF2B5EF4-FFF2-40B4-BE49-F238E27FC236}">
                <a16:creationId xmlns:a16="http://schemas.microsoft.com/office/drawing/2014/main" id="{D2D2C270-5160-437C-A084-34FDE02A05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95285" y="4286440"/>
            <a:ext cx="1440000" cy="5400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00" b="0"/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95B35E9A-6E49-4FE7-BF89-1AB5C649315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092904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B0CA989D-B883-4C64-BFE8-6FBA26A82B20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8344567" y="2440750"/>
            <a:ext cx="1080000" cy="1080000"/>
          </a:xfrm>
          <a:noFill/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CE9DCD5E-4A5D-4AE3-B6E6-05FAB3D2F93B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0272904" y="2440750"/>
            <a:ext cx="1080000" cy="1080000"/>
          </a:xfrm>
          <a:noFill/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sp>
        <p:nvSpPr>
          <p:cNvPr id="28" name="Espace réservé du texte 8">
            <a:extLst>
              <a:ext uri="{FF2B5EF4-FFF2-40B4-BE49-F238E27FC236}">
                <a16:creationId xmlns:a16="http://schemas.microsoft.com/office/drawing/2014/main" id="{882DE451-41D6-4E24-AF82-4D199C1930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637" y="4286440"/>
            <a:ext cx="1440000" cy="5400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00" b="0"/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42DA93A6-68F2-4B88-8A9A-5701B043198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50256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95B35E9A-6E49-4FE7-BF89-1AB5C649315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178593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32" name="Espace réservé pour une image  2">
            <a:extLst>
              <a:ext uri="{FF2B5EF4-FFF2-40B4-BE49-F238E27FC236}">
                <a16:creationId xmlns:a16="http://schemas.microsoft.com/office/drawing/2014/main" id="{B0CA989D-B883-4C64-BFE8-6FBA26A82B20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6430256" y="2440750"/>
            <a:ext cx="1080000" cy="1080000"/>
          </a:xfrm>
          <a:noFill/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9" name="ZoneTexte 18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0" name="Rectangle 19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5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5366704" cy="438912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3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3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793479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&amp;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9" name="Espace réservé pour une image  2">
            <a:extLst>
              <a:ext uri="{FF2B5EF4-FFF2-40B4-BE49-F238E27FC236}">
                <a16:creationId xmlns:a16="http://schemas.microsoft.com/office/drawing/2014/main" id="{15513DE8-4DA1-4B1A-BE67-4F444956655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025504" y="1727941"/>
            <a:ext cx="4445771" cy="440615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2" name="ZoneTexte 11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3" name="Rectangle 12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3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6138863" cy="438912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174804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20001" y="1729348"/>
            <a:ext cx="10748099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94965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_&amp;ChiffreCl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-1"/>
            <a:ext cx="12191999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4B834FC3-F98F-48CD-8C3A-74E6A5FC3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43315" y="2401207"/>
            <a:ext cx="4027325" cy="1260000"/>
          </a:xfrm>
        </p:spPr>
        <p:txBody>
          <a:bodyPr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02D7D404-B1CB-4081-84BD-E6D4C57EB2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43315" y="996936"/>
            <a:ext cx="4027348" cy="1440000"/>
          </a:xfrm>
        </p:spPr>
        <p:txBody>
          <a:bodyPr anchor="t"/>
          <a:lstStyle>
            <a:lvl1pPr marL="0" indent="0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0" name="Rectangle 9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</p:spTree>
    <p:extLst>
      <p:ext uri="{BB962C8B-B14F-4D97-AF65-F5344CB8AC3E}">
        <p14:creationId xmlns:p14="http://schemas.microsoft.com/office/powerpoint/2010/main" val="1890990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_&amp;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-1"/>
            <a:ext cx="12191999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E6665D20-3F31-4A31-A265-30321D0FA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2518" y="1200190"/>
            <a:ext cx="4028121" cy="2520000"/>
          </a:xfrm>
          <a:ln w="3175">
            <a:noFill/>
          </a:ln>
        </p:spPr>
        <p:txBody>
          <a:bodyPr lIns="0" tIns="0" rIns="0" bIns="0"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0" name="Rectangle 9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</p:spTree>
    <p:extLst>
      <p:ext uri="{BB962C8B-B14F-4D97-AF65-F5344CB8AC3E}">
        <p14:creationId xmlns:p14="http://schemas.microsoft.com/office/powerpoint/2010/main" val="510412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7004" y="5061382"/>
            <a:ext cx="3030306" cy="72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B2802C8B-B0EC-4743-AD22-84CA595D59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42992" y="2209366"/>
            <a:ext cx="3960000" cy="2880000"/>
          </a:xfrm>
          <a:ln w="3175">
            <a:noFill/>
          </a:ln>
        </p:spPr>
        <p:txBody>
          <a:bodyPr lIns="0" tIns="0" rIns="0" bIns="0"/>
          <a:lstStyle>
            <a:lvl1pPr marL="0" indent="0">
              <a:buNone/>
              <a:defRPr sz="26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9F49BC4E-DACB-4666-810C-5EFE8B6A173D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387004" y="1766339"/>
            <a:ext cx="2454996" cy="317995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694303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D2014B7E-6734-44D5-8300-435BC39AD7F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20000" y="2225675"/>
            <a:ext cx="3060000" cy="34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graphique</a:t>
            </a:r>
          </a:p>
        </p:txBody>
      </p:sp>
      <p:sp>
        <p:nvSpPr>
          <p:cNvPr id="12" name="Espace réservé du graphique 2">
            <a:extLst>
              <a:ext uri="{FF2B5EF4-FFF2-40B4-BE49-F238E27FC236}">
                <a16:creationId xmlns:a16="http://schemas.microsoft.com/office/drawing/2014/main" id="{B9357445-E95E-4AFF-B86A-E38E02B9F6D7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12780" y="2225675"/>
            <a:ext cx="3060000" cy="34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graphique</a:t>
            </a:r>
          </a:p>
        </p:txBody>
      </p:sp>
      <p:sp>
        <p:nvSpPr>
          <p:cNvPr id="13" name="Espace réservé du graphique 2">
            <a:extLst>
              <a:ext uri="{FF2B5EF4-FFF2-40B4-BE49-F238E27FC236}">
                <a16:creationId xmlns:a16="http://schemas.microsoft.com/office/drawing/2014/main" id="{89F97BC6-921E-4E5F-B035-247667FE4A8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364641" y="2225675"/>
            <a:ext cx="4105999" cy="34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graphique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" y="-680434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293702" y="-680434"/>
            <a:ext cx="252000" cy="2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Rectangle 15"/>
          <p:cNvSpPr/>
          <p:nvPr userDrawn="1"/>
        </p:nvSpPr>
        <p:spPr>
          <a:xfrm>
            <a:off x="299435" y="-374857"/>
            <a:ext cx="252000" cy="252000"/>
          </a:xfrm>
          <a:prstGeom prst="rect">
            <a:avLst/>
          </a:prstGeom>
          <a:solidFill>
            <a:srgbClr val="32AB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7" name="Rectangle 16"/>
          <p:cNvSpPr/>
          <p:nvPr userDrawn="1"/>
        </p:nvSpPr>
        <p:spPr>
          <a:xfrm>
            <a:off x="593138" y="-374857"/>
            <a:ext cx="252000" cy="252000"/>
          </a:xfrm>
          <a:prstGeom prst="rect">
            <a:avLst/>
          </a:prstGeom>
          <a:solidFill>
            <a:srgbClr val="8C1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892573" y="-374857"/>
            <a:ext cx="252000" cy="252000"/>
          </a:xfrm>
          <a:prstGeom prst="rect">
            <a:avLst/>
          </a:prstGeom>
          <a:solidFill>
            <a:srgbClr val="EA5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9" name="Rectangle 18"/>
          <p:cNvSpPr/>
          <p:nvPr userDrawn="1"/>
        </p:nvSpPr>
        <p:spPr>
          <a:xfrm>
            <a:off x="1187264" y="-374907"/>
            <a:ext cx="252000" cy="252000"/>
          </a:xfrm>
          <a:prstGeom prst="rect">
            <a:avLst/>
          </a:prstGeom>
          <a:solidFill>
            <a:srgbClr val="00A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0" name="Rectangle 19"/>
          <p:cNvSpPr/>
          <p:nvPr userDrawn="1"/>
        </p:nvSpPr>
        <p:spPr>
          <a:xfrm>
            <a:off x="1486699" y="-374907"/>
            <a:ext cx="252000" cy="2520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1" name="ZoneTexte 20"/>
          <p:cNvSpPr txBox="1"/>
          <p:nvPr userDrawn="1"/>
        </p:nvSpPr>
        <p:spPr>
          <a:xfrm>
            <a:off x="1733619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graphiques</a:t>
            </a:r>
            <a:endParaRPr lang="fr-FR" sz="1200" noProof="0"/>
          </a:p>
        </p:txBody>
      </p:sp>
      <p:sp>
        <p:nvSpPr>
          <p:cNvPr id="23" name="Rectangle 22"/>
          <p:cNvSpPr/>
          <p:nvPr userDrawn="1"/>
        </p:nvSpPr>
        <p:spPr>
          <a:xfrm>
            <a:off x="595025" y="-680434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4" name="Rectangle 23"/>
          <p:cNvSpPr/>
          <p:nvPr userDrawn="1"/>
        </p:nvSpPr>
        <p:spPr>
          <a:xfrm>
            <a:off x="888728" y="-680434"/>
            <a:ext cx="252000" cy="25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5" name="Rectangle 24"/>
          <p:cNvSpPr/>
          <p:nvPr userDrawn="1"/>
        </p:nvSpPr>
        <p:spPr>
          <a:xfrm>
            <a:off x="1185791" y="-680434"/>
            <a:ext cx="252000" cy="25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31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623496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ableau 10">
            <a:extLst>
              <a:ext uri="{FF2B5EF4-FFF2-40B4-BE49-F238E27FC236}">
                <a16:creationId xmlns:a16="http://schemas.microsoft.com/office/drawing/2014/main" id="{B75B041A-8574-4B31-93E5-C721F617AC0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25488" y="1772921"/>
            <a:ext cx="10741025" cy="194436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tableau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tableaux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3" name="Rectangle 12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9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1" name="Espace réservé du tableau 10">
            <a:extLst>
              <a:ext uri="{FF2B5EF4-FFF2-40B4-BE49-F238E27FC236}">
                <a16:creationId xmlns:a16="http://schemas.microsoft.com/office/drawing/2014/main" id="{B75B041A-8574-4B31-93E5-C721F617AC0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735648" y="3942718"/>
            <a:ext cx="10741025" cy="194436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tableau</a:t>
            </a:r>
          </a:p>
        </p:txBody>
      </p:sp>
    </p:spTree>
    <p:extLst>
      <p:ext uri="{BB962C8B-B14F-4D97-AF65-F5344CB8AC3E}">
        <p14:creationId xmlns:p14="http://schemas.microsoft.com/office/powerpoint/2010/main" val="3583221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9256" y="2609850"/>
            <a:ext cx="2159952" cy="108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/>
            </a:lvl2pPr>
            <a:lvl3pPr marL="538163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5BED94BE-DD75-4C1E-B01B-60AB1E40C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21227" y="2539344"/>
            <a:ext cx="720000" cy="10253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8A1500B-D2DF-4999-AD43-F723055563B0}"/>
              </a:ext>
            </a:extLst>
          </p:cNvPr>
          <p:cNvCxnSpPr>
            <a:cxnSpLocks/>
          </p:cNvCxnSpPr>
          <p:nvPr userDrawn="1"/>
        </p:nvCxnSpPr>
        <p:spPr>
          <a:xfrm>
            <a:off x="719138" y="2173289"/>
            <a:ext cx="721518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C876B217-9621-42D1-8A29-7EBFCB884D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1162" y="2609850"/>
            <a:ext cx="2159952" cy="108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/>
            </a:lvl2pPr>
            <a:lvl3pPr marL="538163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endParaRPr lang="fr-FR" noProof="0"/>
          </a:p>
        </p:txBody>
      </p:sp>
      <p:sp>
        <p:nvSpPr>
          <p:cNvPr id="16" name="Espace réservé pour une image  2">
            <a:extLst>
              <a:ext uri="{FF2B5EF4-FFF2-40B4-BE49-F238E27FC236}">
                <a16:creationId xmlns:a16="http://schemas.microsoft.com/office/drawing/2014/main" id="{75CC39B0-0E8B-4CE2-B9AD-73D04280452F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543133" y="2539344"/>
            <a:ext cx="720000" cy="10253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34B360F-4240-4975-83EB-12C71F3BB999}"/>
              </a:ext>
            </a:extLst>
          </p:cNvPr>
          <p:cNvCxnSpPr>
            <a:cxnSpLocks/>
          </p:cNvCxnSpPr>
          <p:nvPr userDrawn="1"/>
        </p:nvCxnSpPr>
        <p:spPr>
          <a:xfrm>
            <a:off x="4541044" y="2173289"/>
            <a:ext cx="721518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2" name="ZoneTexte 21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3" name="Rectangle 22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9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8959209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Quatrièmede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473201" cy="6105596"/>
          </a:xfrm>
          <a:prstGeom prst="rect">
            <a:avLst/>
          </a:prstGeo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CABD3B-4902-4044-AF74-8BB4B630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1F0DAE-4269-48DD-BA61-9040EF63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4E83E7-4CF8-40EA-B56F-05E4A503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8" name="ZoneTexte 17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1" name="Rectangle 20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8" name="Titre 1">
            <a:extLst>
              <a:ext uri="{FF2B5EF4-FFF2-40B4-BE49-F238E27FC236}">
                <a16:creationId xmlns:a16="http://schemas.microsoft.com/office/drawing/2014/main" id="{2A05F2E9-0514-4CF2-B6ED-CD31C493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23" y="1706796"/>
            <a:ext cx="7806811" cy="612000"/>
          </a:xfrm>
        </p:spPr>
        <p:txBody>
          <a:bodyPr anchor="t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39" name="Espace réservé du contenu 2">
            <a:extLst>
              <a:ext uri="{FF2B5EF4-FFF2-40B4-BE49-F238E27FC236}">
                <a16:creationId xmlns:a16="http://schemas.microsoft.com/office/drawing/2014/main" id="{D2F2C921-3C6C-48BB-816E-2BA34238B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31" y="3290094"/>
            <a:ext cx="2844000" cy="10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800" b="0">
                <a:solidFill>
                  <a:schemeClr val="bg1"/>
                </a:solidFill>
              </a:defRPr>
            </a:lvl2pPr>
            <a:lvl3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832A72E-DA14-460B-8E61-E5027E89EF4F}"/>
              </a:ext>
            </a:extLst>
          </p:cNvPr>
          <p:cNvCxnSpPr>
            <a:cxnSpLocks/>
          </p:cNvCxnSpPr>
          <p:nvPr userDrawn="1"/>
        </p:nvCxnSpPr>
        <p:spPr>
          <a:xfrm>
            <a:off x="719138" y="2512219"/>
            <a:ext cx="721518" cy="0"/>
          </a:xfrm>
          <a:prstGeom prst="line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11005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49140"/>
            <a:ext cx="10751504" cy="93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7" y="2185200"/>
            <a:ext cx="10751504" cy="39336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15/12/2023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Cours ECAM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9137" y="6337302"/>
            <a:ext cx="36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532" y="6268043"/>
            <a:ext cx="1587153" cy="395272"/>
          </a:xfrm>
          <a:prstGeom prst="rect">
            <a:avLst/>
          </a:prstGeom>
        </p:spPr>
      </p:pic>
      <p:sp>
        <p:nvSpPr>
          <p:cNvPr id="7" name="MSIPCMContentMarking" descr="{&quot;HashCode&quot;:-1489314896,&quot;Placement&quot;:&quot;Footer&quot;,&quot;Top&quot;:520.8117,&quot;Left&quot;:0.0,&quot;SlideWidth&quot;:960,&quot;SlideHeight&quot;:540}"/>
          <p:cNvSpPr txBox="1"/>
          <p:nvPr userDrawn="1"/>
        </p:nvSpPr>
        <p:spPr>
          <a:xfrm>
            <a:off x="0" y="6614309"/>
            <a:ext cx="1304575" cy="2436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>
                <a:solidFill>
                  <a:srgbClr val="CF022B"/>
                </a:solidFill>
                <a:latin typeface="Tahoma" panose="020B0604030504040204" pitchFamily="34" charset="0"/>
              </a:rPr>
              <a:t>C2 – Usage restreint </a:t>
            </a:r>
          </a:p>
        </p:txBody>
      </p:sp>
    </p:spTree>
    <p:extLst>
      <p:ext uri="{BB962C8B-B14F-4D97-AF65-F5344CB8AC3E}">
        <p14:creationId xmlns:p14="http://schemas.microsoft.com/office/powerpoint/2010/main" val="123275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2" r:id="rId2"/>
    <p:sldLayoutId id="2147483701" r:id="rId3"/>
    <p:sldLayoutId id="2147483706" r:id="rId4"/>
    <p:sldLayoutId id="2147483704" r:id="rId5"/>
    <p:sldLayoutId id="2147483707" r:id="rId6"/>
    <p:sldLayoutId id="2147483667" r:id="rId7"/>
    <p:sldLayoutId id="2147483669" r:id="rId8"/>
    <p:sldLayoutId id="2147483671" r:id="rId9"/>
    <p:sldLayoutId id="2147483673" r:id="rId10"/>
    <p:sldLayoutId id="2147483668" r:id="rId11"/>
    <p:sldLayoutId id="2147483708" r:id="rId12"/>
    <p:sldLayoutId id="2147483709" r:id="rId13"/>
    <p:sldLayoutId id="2147483728" r:id="rId14"/>
    <p:sldLayoutId id="2147483711" r:id="rId15"/>
    <p:sldLayoutId id="2147483715" r:id="rId16"/>
    <p:sldLayoutId id="2147483716" r:id="rId17"/>
    <p:sldLayoutId id="2147483712" r:id="rId18"/>
    <p:sldLayoutId id="2147483690" r:id="rId19"/>
    <p:sldLayoutId id="2147483689" r:id="rId20"/>
    <p:sldLayoutId id="2147483679" r:id="rId21"/>
    <p:sldLayoutId id="2147483713" r:id="rId22"/>
    <p:sldLayoutId id="2147483717" r:id="rId23"/>
    <p:sldLayoutId id="2147483718" r:id="rId24"/>
    <p:sldLayoutId id="2147483700" r:id="rId25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SzPct val="60000"/>
        <a:buFontTx/>
        <a:buBlip>
          <a:blip r:embed="rId28"/>
        </a:buBlip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269875" algn="l" defTabSz="914400" rtl="0" eaLnBrk="1" latinLnBrk="0" hangingPunct="1">
        <a:lnSpc>
          <a:spcPct val="10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40000"/>
        <a:buFontTx/>
        <a:buBlip>
          <a:blip r:embed="rId29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93763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98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rraform.io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Cours ECAM </a:t>
            </a:r>
            <a:br>
              <a:rPr lang="fr-FR"/>
            </a:br>
            <a:r>
              <a:rPr lang="fr-FR"/>
              <a:t>Cloud &amp; Virtualisation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15 Décembre 2023</a:t>
            </a:r>
          </a:p>
        </p:txBody>
      </p:sp>
    </p:spTree>
    <p:extLst>
      <p:ext uri="{BB962C8B-B14F-4D97-AF65-F5344CB8AC3E}">
        <p14:creationId xmlns:p14="http://schemas.microsoft.com/office/powerpoint/2010/main" val="2223300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03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Infrastructure as Code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1525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/>
              <a:t>Ensemble de mécanismes permettant de gérer, par des fichiers descripteurs ou des scripts une infrastructure virtuelle</a:t>
            </a:r>
          </a:p>
          <a:p>
            <a:endParaRPr lang="fr-FR"/>
          </a:p>
          <a:p>
            <a:r>
              <a:rPr lang="fr-FR"/>
              <a:t>Enrichissement de l’offre de service :</a:t>
            </a:r>
          </a:p>
          <a:p>
            <a:pPr lvl="1"/>
            <a:r>
              <a:rPr lang="fr-FR"/>
              <a:t>Initialement dédié aux machines virtuelles (instances)</a:t>
            </a:r>
          </a:p>
          <a:p>
            <a:pPr lvl="1"/>
            <a:r>
              <a:rPr lang="fr-FR"/>
              <a:t>Intégration du réseau (gestion DNS, sous-réseau, </a:t>
            </a:r>
            <a:r>
              <a:rPr lang="fr-FR" err="1"/>
              <a:t>ip</a:t>
            </a:r>
            <a:r>
              <a:rPr lang="fr-FR"/>
              <a:t> publique)</a:t>
            </a:r>
          </a:p>
          <a:p>
            <a:pPr lvl="1"/>
            <a:r>
              <a:rPr lang="fr-FR"/>
              <a:t>Intégration du stockage (volume, </a:t>
            </a:r>
            <a:r>
              <a:rPr lang="fr-FR" err="1"/>
              <a:t>bucket</a:t>
            </a:r>
            <a:r>
              <a:rPr lang="fr-FR"/>
              <a:t>)</a:t>
            </a:r>
          </a:p>
          <a:p>
            <a:pPr lvl="1"/>
            <a:r>
              <a:rPr lang="fr-FR"/>
              <a:t>Intégration sécurité (groupes de sécurité, firewall)</a:t>
            </a:r>
          </a:p>
          <a:p>
            <a:pPr lvl="1"/>
            <a:endParaRPr lang="fr-FR"/>
          </a:p>
          <a:p>
            <a:r>
              <a:rPr lang="fr-FR"/>
              <a:t>Mouvance « </a:t>
            </a:r>
            <a:r>
              <a:rPr lang="fr-FR" err="1"/>
              <a:t>DevOps</a:t>
            </a:r>
            <a:r>
              <a:rPr lang="fr-FR"/>
              <a:t> »</a:t>
            </a:r>
          </a:p>
          <a:p>
            <a:pPr lvl="1"/>
            <a:r>
              <a:rPr lang="fr-FR"/>
              <a:t>Possible d'automatiser de manière intégrale le déploiement d'applications, de la couche infrastructure à la couche logicielle</a:t>
            </a:r>
          </a:p>
          <a:p>
            <a:pPr lvl="1"/>
            <a:r>
              <a:rPr lang="fr-FR"/>
              <a:t>Intégration native avec des solutions tels que </a:t>
            </a:r>
            <a:r>
              <a:rPr lang="fr-FR" err="1"/>
              <a:t>Ansible</a:t>
            </a:r>
            <a:r>
              <a:rPr lang="fr-FR"/>
              <a:t> ou </a:t>
            </a:r>
            <a:r>
              <a:rPr lang="fr-FR" err="1"/>
              <a:t>Puppet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Introduction</a:t>
            </a: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Infrastructure as Code (</a:t>
            </a:r>
            <a:r>
              <a:rPr lang="fr-FR" err="1"/>
              <a:t>IaC</a:t>
            </a:r>
            <a:r>
              <a:rPr lang="fr-FR"/>
              <a:t>)</a:t>
            </a:r>
          </a:p>
        </p:txBody>
      </p:sp>
      <p:sp>
        <p:nvSpPr>
          <p:cNvPr id="15" name="Espace réservé de la date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07032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Terraform est un outil créé en 2014 par HashiCorp, cette société a créé d’autres outils connus : Consul, </a:t>
            </a:r>
            <a:r>
              <a:rPr lang="fr-FR" dirty="0" err="1"/>
              <a:t>Vagrant</a:t>
            </a:r>
            <a:r>
              <a:rPr lang="fr-FR" dirty="0"/>
              <a:t>, </a:t>
            </a:r>
            <a:r>
              <a:rPr lang="fr-FR" dirty="0" err="1"/>
              <a:t>Vault</a:t>
            </a:r>
            <a:r>
              <a:rPr lang="fr-FR" dirty="0"/>
              <a:t>, Atlas, </a:t>
            </a:r>
            <a:r>
              <a:rPr lang="fr-FR" dirty="0" err="1"/>
              <a:t>Packer</a:t>
            </a:r>
            <a:r>
              <a:rPr lang="fr-FR" dirty="0"/>
              <a:t>, </a:t>
            </a:r>
            <a:r>
              <a:rPr lang="fr-FR" dirty="0" err="1"/>
              <a:t>Nomad</a:t>
            </a:r>
            <a:r>
              <a:rPr lang="fr-FR" dirty="0"/>
              <a:t>...</a:t>
            </a:r>
          </a:p>
          <a:p>
            <a:r>
              <a:rPr lang="fr-FR" dirty="0"/>
              <a:t>C'est un outil open source, écrit en Go, avec une communauté active de plus de 1200 contributeurs, plus de 15 000 stars sur </a:t>
            </a:r>
            <a:r>
              <a:rPr lang="fr-FR" dirty="0" err="1"/>
              <a:t>Github</a:t>
            </a:r>
            <a:r>
              <a:rPr lang="fr-FR" dirty="0"/>
              <a:t>, et qui repose sur une architecture basée sur les plugins (chiffre 2019).</a:t>
            </a:r>
          </a:p>
          <a:p>
            <a:r>
              <a:rPr lang="fr-FR" dirty="0"/>
              <a:t>Que fait l'outil ?</a:t>
            </a:r>
          </a:p>
          <a:p>
            <a:pPr lvl="1"/>
            <a:r>
              <a:rPr lang="fr-FR" dirty="0"/>
              <a:t>Il assure la création/modification/suppression, la cohérence, le </a:t>
            </a:r>
            <a:r>
              <a:rPr lang="fr-FR" dirty="0" err="1"/>
              <a:t>versionning</a:t>
            </a:r>
            <a:r>
              <a:rPr lang="fr-FR" dirty="0"/>
              <a:t> et la reproductibilité d'infrastructures virtuelle (instance, réseaux, stockage).</a:t>
            </a:r>
          </a:p>
          <a:p>
            <a:pPr lvl="1"/>
            <a:r>
              <a:rPr lang="fr-FR" dirty="0"/>
              <a:t>Il permet d'appliquer des modifications incrémentales, des suppressions totale ou partielle.</a:t>
            </a:r>
          </a:p>
          <a:p>
            <a:pPr lvl="1"/>
            <a:r>
              <a:rPr lang="fr-FR" dirty="0"/>
              <a:t>Il permet de pré visualiser (plan) ce qui va être fait avant de l’appliquer et de contrôler que c’est applicable.</a:t>
            </a:r>
          </a:p>
          <a:p>
            <a:pPr lvl="2"/>
            <a:r>
              <a:rPr lang="fr-FR" dirty="0"/>
              <a:t>Vérification de la disponibilité des ressources (vraiment valide que lors de l’</a:t>
            </a:r>
            <a:r>
              <a:rPr lang="fr-FR" dirty="0" err="1"/>
              <a:t>apply</a:t>
            </a:r>
            <a:r>
              <a:rPr lang="fr-FR" dirty="0"/>
              <a:t>).</a:t>
            </a:r>
          </a:p>
          <a:p>
            <a:pPr lvl="2"/>
            <a:r>
              <a:rPr lang="fr-FR" dirty="0"/>
              <a:t>Vérification de la cohérence, notamment avec les dépendances.</a:t>
            </a:r>
          </a:p>
          <a:p>
            <a:pPr lvl="2"/>
            <a:r>
              <a:rPr lang="fr-FR" dirty="0"/>
              <a:t>Vérification de la bonne exécution du plan avant son application.</a:t>
            </a:r>
          </a:p>
          <a:p>
            <a:pPr lvl="1"/>
            <a:r>
              <a:rPr lang="fr-FR" dirty="0"/>
              <a:t>On peut « </a:t>
            </a:r>
            <a:r>
              <a:rPr lang="fr-FR" dirty="0" err="1"/>
              <a:t>variabiliser</a:t>
            </a:r>
            <a:r>
              <a:rPr lang="fr-FR"/>
              <a:t> » </a:t>
            </a:r>
            <a:r>
              <a:rPr lang="fr-FR" dirty="0"/>
              <a:t>les éléments constituants =&gt; tailles des ressources, attachement, secret (certificat, identifiant…)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Présentation : Un outil de IaC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5393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Terraform</a:t>
            </a:r>
            <a:r>
              <a:rPr lang="fr-FR"/>
              <a:t> répond à de nombreux besoins en terme d’</a:t>
            </a:r>
            <a:r>
              <a:rPr lang="fr-FR" err="1"/>
              <a:t>IaC</a:t>
            </a:r>
            <a:r>
              <a:rPr lang="fr-FR"/>
              <a:t> et est un produit phare sur le marché, de plus gratuit dans sa version de base et </a:t>
            </a:r>
            <a:r>
              <a:rPr lang="fr-FR" err="1"/>
              <a:t>opensource</a:t>
            </a:r>
            <a:r>
              <a:rPr lang="fr-FR"/>
              <a:t>.</a:t>
            </a:r>
          </a:p>
          <a:p>
            <a:r>
              <a:rPr lang="fr-FR" dirty="0"/>
              <a:t>Terraform</a:t>
            </a:r>
            <a:r>
              <a:rPr lang="fr-FR"/>
              <a:t> permet :</a:t>
            </a:r>
          </a:p>
          <a:p>
            <a:pPr lvl="1"/>
            <a:r>
              <a:rPr lang="fr-FR"/>
              <a:t>D’établir un formalisme définissant les besoins en ressources d’un </a:t>
            </a:r>
            <a:r>
              <a:rPr lang="fr-FR" err="1"/>
              <a:t>IaaS</a:t>
            </a:r>
            <a:r>
              <a:rPr lang="fr-FR"/>
              <a:t>, </a:t>
            </a:r>
            <a:r>
              <a:rPr lang="fr-FR" err="1"/>
              <a:t>PaaS</a:t>
            </a:r>
            <a:r>
              <a:rPr lang="fr-FR"/>
              <a:t>, </a:t>
            </a:r>
            <a:r>
              <a:rPr lang="fr-FR" err="1"/>
              <a:t>SaaS</a:t>
            </a:r>
            <a:r>
              <a:rPr lang="fr-FR"/>
              <a:t>...</a:t>
            </a:r>
          </a:p>
          <a:p>
            <a:pPr lvl="1"/>
            <a:r>
              <a:rPr lang="fr-FR"/>
              <a:t>D’industrialiser les déploiements de plateforme, environnement, projet/tenant via de l’</a:t>
            </a:r>
            <a:r>
              <a:rPr lang="fr-FR" err="1"/>
              <a:t>IaC</a:t>
            </a:r>
            <a:r>
              <a:rPr lang="fr-FR"/>
              <a:t>.</a:t>
            </a:r>
          </a:p>
          <a:p>
            <a:pPr lvl="1"/>
            <a:r>
              <a:rPr lang="fr-FR"/>
              <a:t>De sécuriser les déploiements.</a:t>
            </a:r>
          </a:p>
          <a:p>
            <a:pPr lvl="2"/>
            <a:r>
              <a:rPr lang="fr-FR"/>
              <a:t>Vérification avant application.</a:t>
            </a:r>
          </a:p>
          <a:p>
            <a:pPr lvl="2"/>
            <a:r>
              <a:rPr lang="fr-FR"/>
              <a:t>Reproductibilité.</a:t>
            </a:r>
          </a:p>
          <a:p>
            <a:pPr lvl="2"/>
            <a:r>
              <a:rPr lang="fr-FR"/>
              <a:t>Isolation des secrets via la ‘’</a:t>
            </a:r>
            <a:r>
              <a:rPr lang="fr-FR" err="1"/>
              <a:t>variabilisation</a:t>
            </a:r>
            <a:r>
              <a:rPr lang="fr-FR"/>
              <a:t>’’.</a:t>
            </a:r>
          </a:p>
          <a:p>
            <a:r>
              <a:rPr lang="fr-FR"/>
              <a:t>Pourquoi </a:t>
            </a:r>
            <a:r>
              <a:rPr lang="fr-FR" dirty="0"/>
              <a:t>Terraform</a:t>
            </a:r>
            <a:r>
              <a:rPr lang="fr-FR"/>
              <a:t> plutôt qu’</a:t>
            </a:r>
            <a:r>
              <a:rPr lang="fr-FR" err="1"/>
              <a:t>Ansible</a:t>
            </a:r>
            <a:r>
              <a:rPr lang="fr-FR"/>
              <a:t> ou autres.</a:t>
            </a:r>
          </a:p>
          <a:p>
            <a:pPr lvl="1"/>
            <a:r>
              <a:rPr lang="fr-FR" dirty="0"/>
              <a:t>Terraform</a:t>
            </a:r>
            <a:r>
              <a:rPr lang="fr-FR"/>
              <a:t> est plus simple en terme de prise en main que la plupart des autres produits</a:t>
            </a:r>
          </a:p>
          <a:p>
            <a:pPr lvl="1"/>
            <a:r>
              <a:rPr lang="fr-FR" dirty="0"/>
              <a:t>Terraform</a:t>
            </a:r>
            <a:r>
              <a:rPr lang="fr-FR"/>
              <a:t> est parfaitement adapté à de la gestion du contenu infra d’un environnement (VM, Réseau, Volume de stockage) et </a:t>
            </a:r>
            <a:r>
              <a:rPr lang="fr-FR" err="1"/>
              <a:t>Ansible</a:t>
            </a:r>
            <a:r>
              <a:rPr lang="fr-FR"/>
              <a:t> est plus adapté à la gestion de configuration.</a:t>
            </a:r>
          </a:p>
          <a:p>
            <a:pPr lvl="1"/>
            <a:r>
              <a:rPr lang="fr-FR"/>
              <a:t>On peut coupler les deux ou coupler l’usage de </a:t>
            </a:r>
            <a:r>
              <a:rPr lang="fr-FR" dirty="0"/>
              <a:t>Terraform</a:t>
            </a:r>
            <a:r>
              <a:rPr lang="fr-FR"/>
              <a:t> avec d’autres produits, ex : </a:t>
            </a:r>
            <a:r>
              <a:rPr lang="fr-FR" dirty="0"/>
              <a:t>Terraform</a:t>
            </a:r>
            <a:r>
              <a:rPr lang="fr-FR"/>
              <a:t>/</a:t>
            </a:r>
            <a:r>
              <a:rPr lang="fr-FR" err="1"/>
              <a:t>Ansible</a:t>
            </a:r>
            <a:r>
              <a:rPr lang="fr-FR"/>
              <a:t>/</a:t>
            </a:r>
            <a:r>
              <a:rPr lang="fr-FR" err="1"/>
              <a:t>Packer</a:t>
            </a:r>
            <a:r>
              <a:rPr lang="fr-FR"/>
              <a:t> ou avec Jenkins et autres.</a:t>
            </a:r>
          </a:p>
          <a:p>
            <a:pPr lvl="1"/>
            <a:r>
              <a:rPr lang="fr-FR"/>
              <a:t>Agnostique du cloud provider grâce à l’implémentation </a:t>
            </a:r>
            <a:r>
              <a:rPr lang="fr-FR" dirty="0"/>
              <a:t>de beaucoup de</a:t>
            </a:r>
            <a:r>
              <a:rPr lang="fr-FR"/>
              <a:t> provider : ex. provider AWS ou provider </a:t>
            </a:r>
            <a:r>
              <a:rPr lang="fr-FR" err="1"/>
              <a:t>Openstack</a:t>
            </a:r>
            <a:endParaRPr lang="fr-FR"/>
          </a:p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Pourquoi cet outil plutôt qu’un autre ?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86707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Schéma général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07" y="1464733"/>
            <a:ext cx="11258541" cy="4081219"/>
          </a:xfrm>
          <a:prstGeom prst="rect">
            <a:avLst/>
          </a:prstGeom>
        </p:spPr>
      </p:pic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8635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fr-FR"/>
              <a:t>HCL (</a:t>
            </a:r>
            <a:r>
              <a:rPr lang="fr-FR" dirty="0"/>
              <a:t>HashiCorp</a:t>
            </a:r>
            <a:r>
              <a:rPr lang="fr-FR"/>
              <a:t> Configuration </a:t>
            </a:r>
            <a:r>
              <a:rPr lang="fr-FR" err="1"/>
              <a:t>Language</a:t>
            </a:r>
            <a:r>
              <a:rPr lang="fr-FR"/>
              <a:t>) et ressource</a:t>
            </a:r>
          </a:p>
          <a:p>
            <a:pPr lvl="1"/>
            <a:r>
              <a:rPr lang="fr-FR"/>
              <a:t>Langage « </a:t>
            </a:r>
            <a:r>
              <a:rPr lang="fr-FR" err="1"/>
              <a:t>Human</a:t>
            </a:r>
            <a:r>
              <a:rPr lang="fr-FR"/>
              <a:t> </a:t>
            </a:r>
            <a:r>
              <a:rPr lang="fr-FR" err="1"/>
              <a:t>readable</a:t>
            </a:r>
            <a:r>
              <a:rPr lang="fr-FR"/>
              <a:t> » utilisé dans les fichiers de description/configuration des ressources. </a:t>
            </a:r>
          </a:p>
          <a:p>
            <a:r>
              <a:rPr lang="fr-FR"/>
              <a:t>Provider</a:t>
            </a:r>
          </a:p>
          <a:p>
            <a:pPr lvl="1"/>
            <a:r>
              <a:rPr lang="fr-FR"/>
              <a:t>Service responsable du CRUD (</a:t>
            </a:r>
            <a:r>
              <a:rPr lang="fr-FR" err="1"/>
              <a:t>Create</a:t>
            </a:r>
            <a:r>
              <a:rPr lang="fr-FR"/>
              <a:t>, Read, Update, </a:t>
            </a:r>
            <a:r>
              <a:rPr lang="fr-FR" err="1"/>
              <a:t>Delete</a:t>
            </a:r>
            <a:r>
              <a:rPr lang="fr-FR"/>
              <a:t>) d’une ressource, par exemple pour le provider AWS la cible d’application sera le projet lié aux </a:t>
            </a:r>
            <a:r>
              <a:rPr lang="fr-FR" err="1"/>
              <a:t>credentials</a:t>
            </a:r>
            <a:r>
              <a:rPr lang="fr-FR"/>
              <a:t> utilisées que l’on peuplera avec les ressources définies.</a:t>
            </a:r>
          </a:p>
          <a:p>
            <a:pPr lvl="1"/>
            <a:r>
              <a:rPr lang="fr-FR"/>
              <a:t>De nombreux autres providers sont disponibles (GCP, Azure, </a:t>
            </a:r>
            <a:r>
              <a:rPr lang="fr-FR" err="1"/>
              <a:t>OpenStack</a:t>
            </a:r>
            <a:r>
              <a:rPr lang="fr-FR"/>
              <a:t>, OVH, Consul, Chef, </a:t>
            </a:r>
            <a:r>
              <a:rPr lang="fr-FR" err="1"/>
              <a:t>Vault</a:t>
            </a:r>
            <a:r>
              <a:rPr lang="fr-FR"/>
              <a:t>, Docker, </a:t>
            </a:r>
            <a:r>
              <a:rPr lang="fr-FR" err="1"/>
              <a:t>Kubernets</a:t>
            </a:r>
            <a:r>
              <a:rPr lang="fr-FR"/>
              <a:t>, </a:t>
            </a:r>
            <a:r>
              <a:rPr lang="fr-FR" err="1"/>
              <a:t>Openshift</a:t>
            </a:r>
            <a:r>
              <a:rPr lang="fr-FR"/>
              <a:t>, </a:t>
            </a:r>
            <a:r>
              <a:rPr lang="fr-FR" err="1"/>
              <a:t>Gitx</a:t>
            </a:r>
            <a:r>
              <a:rPr lang="fr-FR"/>
              <a:t>, </a:t>
            </a:r>
            <a:r>
              <a:rPr lang="fr-FR" err="1"/>
              <a:t>MySql</a:t>
            </a:r>
            <a:r>
              <a:rPr lang="fr-FR"/>
              <a:t>, </a:t>
            </a:r>
            <a:r>
              <a:rPr lang="fr-FR" err="1"/>
              <a:t>PostgresSql</a:t>
            </a:r>
            <a:r>
              <a:rPr lang="fr-FR"/>
              <a:t>, Kafka, </a:t>
            </a:r>
            <a:r>
              <a:rPr lang="fr-FR" err="1"/>
              <a:t>RabbitMQ</a:t>
            </a:r>
            <a:r>
              <a:rPr lang="fr-FR"/>
              <a:t>, </a:t>
            </a:r>
            <a:r>
              <a:rPr lang="fr-FR" err="1"/>
              <a:t>DNSimple</a:t>
            </a:r>
            <a:r>
              <a:rPr lang="fr-FR"/>
              <a:t>…)</a:t>
            </a:r>
          </a:p>
          <a:p>
            <a:pPr lvl="1"/>
            <a:r>
              <a:rPr lang="fr-FR"/>
              <a:t> De nombreux autres providers sont développés ou développables (en GO), KVM, </a:t>
            </a:r>
            <a:r>
              <a:rPr lang="fr-FR" err="1"/>
              <a:t>Yaml</a:t>
            </a:r>
            <a:r>
              <a:rPr lang="fr-FR"/>
              <a:t> (utilisation de </a:t>
            </a:r>
            <a:r>
              <a:rPr lang="fr-FR" err="1"/>
              <a:t>Yaml</a:t>
            </a:r>
            <a:r>
              <a:rPr lang="fr-FR"/>
              <a:t> à la place du HCL)…</a:t>
            </a:r>
          </a:p>
          <a:p>
            <a:r>
              <a:rPr lang="fr-FR"/>
              <a:t>Variable</a:t>
            </a:r>
          </a:p>
          <a:p>
            <a:pPr lvl="1"/>
            <a:r>
              <a:rPr lang="fr-FR"/>
              <a:t>Possibilité de « </a:t>
            </a:r>
            <a:r>
              <a:rPr lang="fr-FR" err="1"/>
              <a:t>variabiliser</a:t>
            </a:r>
            <a:r>
              <a:rPr lang="fr-FR"/>
              <a:t> » les éléments, par exemple les capacités, les certificats, les informations de connexion…</a:t>
            </a:r>
          </a:p>
          <a:p>
            <a:r>
              <a:rPr lang="fr-FR"/>
              <a:t>Modules</a:t>
            </a:r>
          </a:p>
          <a:p>
            <a:pPr lvl="1"/>
            <a:r>
              <a:rPr lang="fr-FR"/>
              <a:t>Les modules sont utilisés pour créer des composants génériques réutilisables.</a:t>
            </a:r>
          </a:p>
          <a:p>
            <a:pPr lvl="1"/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concepts du produit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387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/>
              <a:t>Output</a:t>
            </a:r>
          </a:p>
          <a:p>
            <a:pPr lvl="1"/>
            <a:r>
              <a:rPr lang="fr-FR"/>
              <a:t>Sortie déclarative d’un module après un </a:t>
            </a:r>
            <a:r>
              <a:rPr lang="fr-FR" err="1"/>
              <a:t>apply</a:t>
            </a:r>
            <a:r>
              <a:rPr lang="fr-FR"/>
              <a:t> (sorte de </a:t>
            </a:r>
            <a:r>
              <a:rPr lang="fr-FR" err="1"/>
              <a:t>debug.print</a:t>
            </a:r>
            <a:r>
              <a:rPr lang="fr-FR"/>
              <a:t>).</a:t>
            </a:r>
          </a:p>
          <a:p>
            <a:pPr lvl="1"/>
            <a:r>
              <a:rPr lang="fr-FR"/>
              <a:t>La reprise d’information d’un module pour un autre module (ex : </a:t>
            </a:r>
            <a:r>
              <a:rPr lang="fr-FR" err="1"/>
              <a:t>l’ip</a:t>
            </a:r>
            <a:r>
              <a:rPr lang="fr-FR"/>
              <a:t> d’un </a:t>
            </a:r>
            <a:r>
              <a:rPr lang="fr-FR" err="1"/>
              <a:t>webserver</a:t>
            </a:r>
            <a:r>
              <a:rPr lang="fr-FR"/>
              <a:t> pour son parent </a:t>
            </a:r>
            <a:r>
              <a:rPr lang="fr-FR" err="1"/>
              <a:t>loadbalancer</a:t>
            </a:r>
            <a:r>
              <a:rPr lang="fr-FR"/>
              <a:t>).</a:t>
            </a:r>
          </a:p>
          <a:p>
            <a:pPr lvl="1"/>
            <a:r>
              <a:rPr lang="fr-FR"/>
              <a:t>Dans certains rares cas, quand une dépendance ne peut être reconnue implicitement, son passage en output permet de la créer. </a:t>
            </a:r>
          </a:p>
          <a:p>
            <a:r>
              <a:rPr lang="fr-FR"/>
              <a:t>Data source</a:t>
            </a:r>
          </a:p>
          <a:p>
            <a:pPr lvl="1"/>
            <a:r>
              <a:rPr lang="fr-FR"/>
              <a:t>Accéder à des données fournies par le provider (ex : un sous-réseau « subnet-1_dev » défini pour un usage).</a:t>
            </a:r>
          </a:p>
          <a:p>
            <a:r>
              <a:rPr lang="fr-FR" err="1"/>
              <a:t>External</a:t>
            </a:r>
            <a:r>
              <a:rPr lang="fr-FR"/>
              <a:t> data source</a:t>
            </a:r>
          </a:p>
          <a:p>
            <a:pPr lvl="1"/>
            <a:r>
              <a:rPr lang="fr-FR"/>
              <a:t>Comme data source mais depuis un autre provider.</a:t>
            </a:r>
          </a:p>
          <a:p>
            <a:r>
              <a:rPr lang="fr-FR" err="1"/>
              <a:t>TfState</a:t>
            </a:r>
            <a:endParaRPr lang="fr-FR"/>
          </a:p>
          <a:p>
            <a:pPr lvl="1"/>
            <a:r>
              <a:rPr lang="fr-FR"/>
              <a:t>Cartographie/référentiel de l’infrastructure depuis la dernière exécution d’un </a:t>
            </a:r>
            <a:r>
              <a:rPr lang="fr-FR" err="1"/>
              <a:t>apply</a:t>
            </a:r>
            <a:r>
              <a:rPr lang="fr-FR"/>
              <a:t> ou d’un destroy. </a:t>
            </a:r>
          </a:p>
          <a:p>
            <a:r>
              <a:rPr lang="fr-FR"/>
              <a:t>CLI</a:t>
            </a:r>
          </a:p>
          <a:p>
            <a:pPr lvl="1"/>
            <a:r>
              <a:rPr lang="fr-FR"/>
              <a:t>Interface ligne de commande permettant l’exécution des commandes </a:t>
            </a:r>
            <a:r>
              <a:rPr lang="fr-FR" dirty="0"/>
              <a:t>Terraform</a:t>
            </a:r>
            <a:endParaRPr lang="fr-FR"/>
          </a:p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concepts du produit (suite)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30593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La structure des fichiers</a:t>
            </a:r>
          </a:p>
          <a:p>
            <a:pPr lvl="1"/>
            <a:r>
              <a:rPr lang="fr-FR" dirty="0"/>
              <a:t>Terraform</a:t>
            </a:r>
            <a:r>
              <a:rPr lang="fr-FR"/>
              <a:t> (dans les exécutions de commandes décrites ci-après) va scanner tous les fichiers en extension « .</a:t>
            </a:r>
            <a:r>
              <a:rPr lang="fr-FR" err="1"/>
              <a:t>tf</a:t>
            </a:r>
            <a:r>
              <a:rPr lang="fr-FR"/>
              <a:t> » du répertoire d’où il est exécuté et des sous-répertoires dépendants</a:t>
            </a:r>
          </a:p>
          <a:p>
            <a:pPr lvl="1"/>
            <a:r>
              <a:rPr lang="fr-FR"/>
              <a:t>Ces fichiers contiennent les éléments décrits précédemment dans le concept (ressource, output, variables, etc.)</a:t>
            </a:r>
          </a:p>
          <a:p>
            <a:pPr lvl="1"/>
            <a:r>
              <a:rPr lang="fr-FR"/>
              <a:t>A minima il faudra un fichier décrivant le provider et mode de connexion à celui-ci, et un ou des fichiers contenant en langage HCL les ressources à traiter.</a:t>
            </a:r>
          </a:p>
          <a:p>
            <a:pPr lvl="1"/>
            <a:r>
              <a:rPr lang="fr-FR" dirty="0"/>
              <a:t>Terraform</a:t>
            </a:r>
            <a:r>
              <a:rPr lang="fr-FR"/>
              <a:t> reconnait ce qu’il a à faire en regard des commandes présentes dans le/les fichiers, par exemple « provider » lui indiquera qu’il s’agit de l’initialisation, « </a:t>
            </a:r>
            <a:r>
              <a:rPr lang="fr-FR" err="1"/>
              <a:t>resource</a:t>
            </a:r>
            <a:r>
              <a:rPr lang="fr-FR"/>
              <a:t> » qu’il s’agit d’une ressource, « variable » de variable, etc.</a:t>
            </a:r>
          </a:p>
          <a:p>
            <a:pPr lvl="1"/>
            <a:r>
              <a:rPr lang="fr-FR"/>
              <a:t>Cela laisse une grande liberté, toutefois il est fortement conseillé d’organiser ces fichiers suivant une logique appropriée à ce que l’on veut produire et maintenir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Comment l’utiliser ?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3254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Les commandes en mode CLI</a:t>
            </a:r>
          </a:p>
          <a:p>
            <a:pPr lvl="1"/>
            <a:r>
              <a:rPr lang="fr-FR"/>
              <a:t>Interface ligne de commande s’utilise en tapant  « </a:t>
            </a:r>
            <a:r>
              <a:rPr lang="fr-FR" err="1"/>
              <a:t>terraform</a:t>
            </a:r>
            <a:r>
              <a:rPr lang="fr-FR"/>
              <a:t> </a:t>
            </a:r>
            <a:r>
              <a:rPr lang="fr-FR" dirty="0"/>
              <a:t>option </a:t>
            </a:r>
            <a:r>
              <a:rPr lang="fr-FR"/>
              <a:t>» ou </a:t>
            </a:r>
            <a:r>
              <a:rPr lang="fr-FR" dirty="0"/>
              <a:t>option </a:t>
            </a:r>
            <a:r>
              <a:rPr lang="fr-FR"/>
              <a:t>est :</a:t>
            </a:r>
          </a:p>
          <a:p>
            <a:pPr lvl="2"/>
            <a:r>
              <a:rPr lang="fr-FR"/>
              <a:t>version =&gt; récupère la version du client </a:t>
            </a:r>
            <a:r>
              <a:rPr lang="fr-FR" dirty="0"/>
              <a:t>Terraform</a:t>
            </a:r>
            <a:r>
              <a:rPr lang="fr-FR"/>
              <a:t> et l’architecture système</a:t>
            </a:r>
          </a:p>
          <a:p>
            <a:pPr lvl="2"/>
            <a:r>
              <a:rPr lang="fr-FR" err="1"/>
              <a:t>init</a:t>
            </a:r>
            <a:r>
              <a:rPr lang="fr-FR"/>
              <a:t> =&gt; initialisation et reconnaissance du provider et de l’espace d’application (projet/tenant) des autres commandes</a:t>
            </a:r>
          </a:p>
          <a:p>
            <a:pPr lvl="2"/>
            <a:r>
              <a:rPr lang="fr-FR"/>
              <a:t>plan =&gt; visualisation (ou écriture si output) du plan d’exécution permettant les vérifications avant </a:t>
            </a:r>
            <a:r>
              <a:rPr lang="fr-FR" err="1"/>
              <a:t>apply</a:t>
            </a:r>
            <a:r>
              <a:rPr lang="fr-FR"/>
              <a:t>.</a:t>
            </a:r>
          </a:p>
          <a:p>
            <a:pPr lvl="2"/>
            <a:r>
              <a:rPr lang="fr-FR" err="1"/>
              <a:t>apply</a:t>
            </a:r>
            <a:r>
              <a:rPr lang="fr-FR"/>
              <a:t> =&gt; applique le contenu ou le différentiel (si un </a:t>
            </a:r>
            <a:r>
              <a:rPr lang="fr-FR" err="1"/>
              <a:t>apply</a:t>
            </a:r>
            <a:r>
              <a:rPr lang="fr-FR"/>
              <a:t> à déjà été fait) des fichiers TF.</a:t>
            </a:r>
          </a:p>
          <a:p>
            <a:pPr lvl="2"/>
            <a:r>
              <a:rPr lang="fr-FR"/>
              <a:t>destroy =&gt; supprime les éléments créé en regard du contenu du </a:t>
            </a:r>
            <a:r>
              <a:rPr lang="fr-FR" err="1"/>
              <a:t>TfState</a:t>
            </a:r>
            <a:endParaRPr lang="fr-FR"/>
          </a:p>
          <a:p>
            <a:pPr lvl="2"/>
            <a:r>
              <a:rPr lang="fr-FR"/>
              <a:t>Graph =&gt; Graphique des dépendances.</a:t>
            </a:r>
          </a:p>
          <a:p>
            <a:endParaRPr lang="fr-FR" dirty="0"/>
          </a:p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Comment l’utiliser ? (suite)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2836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Qu’est-ce que c’est ?</a:t>
            </a:r>
          </a:p>
          <a:p>
            <a:pPr lvl="1"/>
            <a:r>
              <a:rPr lang="fr-FR" dirty="0"/>
              <a:t>cloud-</a:t>
            </a:r>
            <a:r>
              <a:rPr lang="fr-FR" dirty="0" err="1"/>
              <a:t>init</a:t>
            </a:r>
            <a:r>
              <a:rPr lang="fr-FR" dirty="0"/>
              <a:t> est un outil qui permet de personnaliser une machine virtuelle, ou une instance cloud, lors de son premier démarrage.</a:t>
            </a:r>
          </a:p>
          <a:p>
            <a:pPr lvl="1"/>
            <a:r>
              <a:rPr lang="fr-FR" dirty="0"/>
              <a:t>Il s'agit d'un standard qui est très largement répandu.</a:t>
            </a:r>
          </a:p>
          <a:p>
            <a:endParaRPr lang="fr-FR" dirty="0"/>
          </a:p>
          <a:p>
            <a:r>
              <a:rPr lang="fr-FR" dirty="0"/>
              <a:t>Tâches disponibles</a:t>
            </a:r>
          </a:p>
          <a:p>
            <a:pPr lvl="1"/>
            <a:r>
              <a:rPr lang="fr-FR" dirty="0"/>
              <a:t>Modifier les paramètres réseau et système</a:t>
            </a:r>
          </a:p>
          <a:p>
            <a:pPr lvl="1"/>
            <a:r>
              <a:rPr lang="fr-FR" dirty="0"/>
              <a:t>Ajouter un utilisateur au système</a:t>
            </a:r>
          </a:p>
          <a:p>
            <a:pPr lvl="1"/>
            <a:r>
              <a:rPr lang="fr-FR" dirty="0"/>
              <a:t>Configurer son accès SSH en ajoutant une clé publique dans les </a:t>
            </a:r>
            <a:r>
              <a:rPr lang="fr-FR" dirty="0" err="1"/>
              <a:t>authorized_key</a:t>
            </a:r>
            <a:r>
              <a:rPr lang="fr-FR" dirty="0"/>
              <a:t> du système</a:t>
            </a:r>
          </a:p>
          <a:p>
            <a:pPr lvl="1"/>
            <a:r>
              <a:rPr lang="fr-FR" dirty="0"/>
              <a:t>Installer des paquets</a:t>
            </a:r>
          </a:p>
          <a:p>
            <a:pPr lvl="1"/>
            <a:r>
              <a:rPr lang="fr-FR" dirty="0"/>
              <a:t>Personnaliser l’installation : exécution d’un script user-data.sh au 1</a:t>
            </a:r>
            <a:r>
              <a:rPr lang="fr-FR" baseline="30000" dirty="0"/>
              <a:t>ier</a:t>
            </a:r>
            <a:r>
              <a:rPr lang="fr-FR" dirty="0"/>
              <a:t> déploiement</a:t>
            </a:r>
          </a:p>
          <a:p>
            <a:pPr lvl="1"/>
            <a:endParaRPr lang="fr-FR" dirty="0"/>
          </a:p>
          <a:p>
            <a:r>
              <a:rPr lang="fr-FR" dirty="0"/>
              <a:t>OS et Cloud Provider supportés</a:t>
            </a:r>
          </a:p>
          <a:p>
            <a:pPr lvl="1"/>
            <a:r>
              <a:rPr lang="fr-FR" dirty="0"/>
              <a:t>La plupart des OS Linux</a:t>
            </a:r>
          </a:p>
          <a:p>
            <a:pPr lvl="1"/>
            <a:r>
              <a:rPr lang="fr-FR" dirty="0"/>
              <a:t>Projet équivalent sous Windows : </a:t>
            </a:r>
            <a:r>
              <a:rPr lang="fr-FR" dirty="0" err="1"/>
              <a:t>cloudbaseinit</a:t>
            </a:r>
            <a:endParaRPr lang="fr-FR" dirty="0"/>
          </a:p>
          <a:p>
            <a:pPr lvl="1"/>
            <a:r>
              <a:rPr lang="fr-FR" dirty="0"/>
              <a:t>La majorité des cloud provider : AWS, OVH, Azure, GCP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11</a:t>
            </a:fld>
            <a:endParaRPr lang="fr-FR" noProof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Introduction à Cloud-</a:t>
            </a:r>
            <a:r>
              <a:rPr lang="fr-FR" err="1"/>
              <a:t>Init</a:t>
            </a:r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435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Initialisation de </a:t>
            </a:r>
            <a:r>
              <a:rPr lang="fr-FR" dirty="0"/>
              <a:t>Terraform</a:t>
            </a:r>
            <a:r>
              <a:rPr lang="fr-FR"/>
              <a:t> et déclaration Provider / Région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5834063" cy="4389120"/>
          </a:xfrm>
        </p:spPr>
        <p:txBody>
          <a:bodyPr/>
          <a:lstStyle/>
          <a:p>
            <a:r>
              <a:rPr lang="fr-FR" dirty="0"/>
              <a:t>Initialisation de </a:t>
            </a:r>
            <a:r>
              <a:rPr lang="fr-FR" dirty="0" err="1"/>
              <a:t>Terraform</a:t>
            </a:r>
            <a:r>
              <a:rPr lang="fr-FR" dirty="0"/>
              <a:t> et des </a:t>
            </a:r>
            <a:r>
              <a:rPr lang="fr-FR"/>
              <a:t>provider</a:t>
            </a:r>
          </a:p>
          <a:p>
            <a:pPr lvl="1"/>
            <a:r>
              <a:rPr lang="fr-FR"/>
              <a:t>Indiquer le provider requis lors de l’</a:t>
            </a:r>
            <a:r>
              <a:rPr lang="fr-FR" err="1"/>
              <a:t>init</a:t>
            </a:r>
            <a:r>
              <a:rPr lang="fr-FR"/>
              <a:t> de l’environnement (source et version)</a:t>
            </a:r>
          </a:p>
          <a:p>
            <a:pPr lvl="1"/>
            <a:r>
              <a:rPr lang="fr-FR"/>
              <a:t>Indiquer la version de </a:t>
            </a:r>
            <a:r>
              <a:rPr lang="fr-FR" dirty="0"/>
              <a:t>Terraform</a:t>
            </a:r>
            <a:endParaRPr lang="fr-FR"/>
          </a:p>
          <a:p>
            <a:endParaRPr lang="fr-FR"/>
          </a:p>
          <a:p>
            <a:r>
              <a:rPr lang="fr-FR"/>
              <a:t>Déclarer le provider AWS</a:t>
            </a:r>
          </a:p>
          <a:p>
            <a:pPr lvl="1"/>
            <a:r>
              <a:rPr lang="fr-FR"/>
              <a:t>Préciser la région de disponibilité des instances</a:t>
            </a:r>
            <a:endParaRPr lang="fr-FR" dirty="0"/>
          </a:p>
          <a:p>
            <a:pPr lvl="1"/>
            <a:r>
              <a:rPr lang="fr-FR"/>
              <a:t>US East (N. Virginia) </a:t>
            </a:r>
            <a:r>
              <a:rPr lang="fr-FR">
                <a:sym typeface="Wingdings" panose="05000000000000000000" pitchFamily="2" charset="2"/>
              </a:rPr>
              <a:t> </a:t>
            </a:r>
            <a:r>
              <a:rPr lang="fr-FR"/>
              <a:t>us‑east‑1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6743700" y="1303209"/>
            <a:ext cx="4891836" cy="497059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dirty="0" err="1">
                <a:solidFill>
                  <a:schemeClr val="bg1"/>
                </a:solidFill>
              </a:rPr>
              <a:t>terraform</a:t>
            </a:r>
            <a:r>
              <a:rPr lang="fr-FR" dirty="0">
                <a:solidFill>
                  <a:schemeClr val="bg1"/>
                </a:solidFill>
              </a:rPr>
              <a:t> {</a:t>
            </a: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  </a:t>
            </a:r>
            <a:r>
              <a:rPr lang="fr-FR" dirty="0" err="1">
                <a:solidFill>
                  <a:schemeClr val="bg1"/>
                </a:solidFill>
              </a:rPr>
              <a:t>required_providers</a:t>
            </a:r>
            <a:r>
              <a:rPr lang="fr-FR" dirty="0">
                <a:solidFill>
                  <a:schemeClr val="bg1"/>
                </a:solidFill>
              </a:rPr>
              <a:t> {</a:t>
            </a: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    </a:t>
            </a:r>
            <a:r>
              <a:rPr lang="fr-FR" dirty="0" err="1">
                <a:solidFill>
                  <a:schemeClr val="bg1"/>
                </a:solidFill>
              </a:rPr>
              <a:t>aws</a:t>
            </a:r>
            <a:r>
              <a:rPr lang="fr-FR" dirty="0">
                <a:solidFill>
                  <a:schemeClr val="bg1"/>
                </a:solidFill>
              </a:rPr>
              <a:t> = {</a:t>
            </a: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      source  = "</a:t>
            </a:r>
            <a:r>
              <a:rPr lang="fr-FR" dirty="0" err="1">
                <a:solidFill>
                  <a:schemeClr val="bg1"/>
                </a:solidFill>
              </a:rPr>
              <a:t>hashicorp</a:t>
            </a:r>
            <a:r>
              <a:rPr lang="fr-FR" dirty="0">
                <a:solidFill>
                  <a:schemeClr val="bg1"/>
                </a:solidFill>
              </a:rPr>
              <a:t>/</a:t>
            </a:r>
            <a:r>
              <a:rPr lang="fr-FR" dirty="0" err="1">
                <a:solidFill>
                  <a:schemeClr val="bg1"/>
                </a:solidFill>
              </a:rPr>
              <a:t>aws</a:t>
            </a:r>
            <a:r>
              <a:rPr lang="fr-FR" dirty="0">
                <a:solidFill>
                  <a:schemeClr val="bg1"/>
                </a:solidFill>
              </a:rPr>
              <a:t>"</a:t>
            </a: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      version = "~&gt; 4.16"</a:t>
            </a: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  }</a:t>
            </a:r>
          </a:p>
          <a:p>
            <a:pPr>
              <a:spcBef>
                <a:spcPts val="600"/>
              </a:spcBef>
            </a:pPr>
            <a:endParaRPr lang="fr-FR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  </a:t>
            </a:r>
            <a:r>
              <a:rPr lang="fr-FR" dirty="0" err="1">
                <a:solidFill>
                  <a:schemeClr val="bg1"/>
                </a:solidFill>
              </a:rPr>
              <a:t>required_version</a:t>
            </a:r>
            <a:r>
              <a:rPr lang="fr-FR" dirty="0">
                <a:solidFill>
                  <a:schemeClr val="bg1"/>
                </a:solidFill>
              </a:rPr>
              <a:t> = "&gt;= 1.2.0"</a:t>
            </a: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}</a:t>
            </a:r>
          </a:p>
          <a:p>
            <a:pPr>
              <a:spcBef>
                <a:spcPts val="600"/>
              </a:spcBef>
            </a:pPr>
            <a:endParaRPr lang="fr-FR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provider "</a:t>
            </a:r>
            <a:r>
              <a:rPr lang="fr-FR" dirty="0" err="1">
                <a:solidFill>
                  <a:schemeClr val="bg1"/>
                </a:solidFill>
              </a:rPr>
              <a:t>aws</a:t>
            </a:r>
            <a:r>
              <a:rPr lang="fr-FR" dirty="0">
                <a:solidFill>
                  <a:schemeClr val="bg1"/>
                </a:solidFill>
              </a:rPr>
              <a:t>" {</a:t>
            </a: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  </a:t>
            </a:r>
            <a:r>
              <a:rPr lang="fr-FR" dirty="0" err="1">
                <a:solidFill>
                  <a:schemeClr val="bg1"/>
                </a:solidFill>
              </a:rPr>
              <a:t>region</a:t>
            </a:r>
            <a:r>
              <a:rPr lang="fr-FR" dirty="0">
                <a:solidFill>
                  <a:schemeClr val="bg1"/>
                </a:solidFill>
              </a:rPr>
              <a:t>  = "us‑east‑1"</a:t>
            </a:r>
          </a:p>
          <a:p>
            <a:pPr>
              <a:spcBef>
                <a:spcPts val="600"/>
              </a:spcBef>
            </a:pPr>
            <a:r>
              <a:rPr lang="fr-FR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45747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Création d’un groupe de sécurité + ports entrée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5834063" cy="4389120"/>
          </a:xfrm>
        </p:spPr>
        <p:txBody>
          <a:bodyPr>
            <a:normAutofit lnSpcReduction="10000"/>
          </a:bodyPr>
          <a:lstStyle/>
          <a:p>
            <a:r>
              <a:rPr lang="fr-FR"/>
              <a:t>Création du groupe de sécurité </a:t>
            </a:r>
          </a:p>
          <a:p>
            <a:pPr lvl="1"/>
            <a:r>
              <a:rPr lang="fr-FR" err="1"/>
              <a:t>aws_security_group</a:t>
            </a:r>
            <a:r>
              <a:rPr lang="fr-FR"/>
              <a:t> : type de la ressource</a:t>
            </a:r>
          </a:p>
          <a:p>
            <a:pPr lvl="1"/>
            <a:r>
              <a:rPr lang="fr-FR"/>
              <a:t>server-</a:t>
            </a:r>
            <a:r>
              <a:rPr lang="fr-FR" err="1"/>
              <a:t>sg</a:t>
            </a:r>
            <a:r>
              <a:rPr lang="fr-FR"/>
              <a:t> : nom unique de la ressource dans </a:t>
            </a:r>
            <a:r>
              <a:rPr lang="fr-FR" dirty="0"/>
              <a:t>Terraform</a:t>
            </a:r>
            <a:endParaRPr lang="fr-FR"/>
          </a:p>
          <a:p>
            <a:pPr lvl="1"/>
            <a:r>
              <a:rPr lang="fr-FR"/>
              <a:t>Name : nom du SG dans l’interface AWS</a:t>
            </a:r>
          </a:p>
          <a:p>
            <a:pPr lvl="1"/>
            <a:r>
              <a:rPr lang="fr-FR"/>
              <a:t>Description : description du SG</a:t>
            </a:r>
          </a:p>
          <a:p>
            <a:pPr lvl="1"/>
            <a:r>
              <a:rPr lang="fr-FR" err="1"/>
              <a:t>vpc_id</a:t>
            </a:r>
            <a:r>
              <a:rPr lang="fr-FR"/>
              <a:t> : le projet auquel rattaché le SG</a:t>
            </a:r>
          </a:p>
          <a:p>
            <a:pPr lvl="1"/>
            <a:r>
              <a:rPr lang="fr-FR"/>
              <a:t>Tag / Name : Nom de la ressource dans AWS</a:t>
            </a:r>
          </a:p>
          <a:p>
            <a:endParaRPr lang="fr-FR"/>
          </a:p>
          <a:p>
            <a:r>
              <a:rPr lang="fr-FR"/>
              <a:t>Ouverture des ports d’entrée (80 sur TCP)</a:t>
            </a:r>
          </a:p>
          <a:p>
            <a:pPr lvl="1"/>
            <a:r>
              <a:rPr lang="fr-FR"/>
              <a:t>Ouvrir une balise </a:t>
            </a:r>
            <a:r>
              <a:rPr lang="fr-FR" err="1"/>
              <a:t>Ingress</a:t>
            </a:r>
            <a:endParaRPr lang="fr-FR"/>
          </a:p>
          <a:p>
            <a:pPr lvl="1"/>
            <a:r>
              <a:rPr lang="fr-FR"/>
              <a:t>Spécifier port début -&gt; port fin</a:t>
            </a:r>
          </a:p>
          <a:p>
            <a:pPr lvl="1"/>
            <a:r>
              <a:rPr lang="fr-FR"/>
              <a:t>Préciser protocole : </a:t>
            </a:r>
            <a:r>
              <a:rPr lang="fr-FR" err="1"/>
              <a:t>tcp</a:t>
            </a:r>
            <a:r>
              <a:rPr lang="fr-FR"/>
              <a:t>, </a:t>
            </a:r>
            <a:r>
              <a:rPr lang="fr-FR" err="1"/>
              <a:t>udp</a:t>
            </a:r>
            <a:r>
              <a:rPr lang="fr-FR"/>
              <a:t>, </a:t>
            </a:r>
            <a:r>
              <a:rPr lang="fr-FR" err="1"/>
              <a:t>icmp</a:t>
            </a:r>
            <a:endParaRPr lang="fr-FR"/>
          </a:p>
          <a:p>
            <a:pPr lvl="1"/>
            <a:r>
              <a:rPr lang="fr-FR"/>
              <a:t>Indiquer le réseau source : </a:t>
            </a:r>
            <a:r>
              <a:rPr lang="fr-FR" err="1"/>
              <a:t>cidr_blocks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6578804" y="673538"/>
            <a:ext cx="4891836" cy="5509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600" err="1">
                <a:solidFill>
                  <a:schemeClr val="bg1"/>
                </a:solidFill>
              </a:rPr>
              <a:t>resource</a:t>
            </a:r>
            <a:r>
              <a:rPr lang="fr-FR" sz="1600">
                <a:solidFill>
                  <a:schemeClr val="bg1"/>
                </a:solidFill>
              </a:rPr>
              <a:t> "</a:t>
            </a:r>
            <a:r>
              <a:rPr lang="fr-FR" sz="1600" err="1">
                <a:solidFill>
                  <a:schemeClr val="bg1"/>
                </a:solidFill>
              </a:rPr>
              <a:t>aws_security_group</a:t>
            </a:r>
            <a:r>
              <a:rPr lang="fr-FR" sz="1600">
                <a:solidFill>
                  <a:schemeClr val="bg1"/>
                </a:solidFill>
              </a:rPr>
              <a:t>" « server-</a:t>
            </a:r>
            <a:r>
              <a:rPr lang="fr-FR" sz="1600" err="1">
                <a:solidFill>
                  <a:schemeClr val="bg1"/>
                </a:solidFill>
              </a:rPr>
              <a:t>sg</a:t>
            </a:r>
            <a:r>
              <a:rPr lang="fr-FR" sz="1600">
                <a:solidFill>
                  <a:schemeClr val="bg1"/>
                </a:solidFill>
              </a:rPr>
              <a:t>"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</a:t>
            </a:r>
            <a:r>
              <a:rPr lang="fr-FR" sz="1600" err="1">
                <a:solidFill>
                  <a:schemeClr val="bg1"/>
                </a:solidFill>
              </a:rPr>
              <a:t>name</a:t>
            </a:r>
            <a:r>
              <a:rPr lang="fr-FR" sz="1600">
                <a:solidFill>
                  <a:schemeClr val="bg1"/>
                </a:solidFill>
              </a:rPr>
              <a:t>        = « srv-sg-e01"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description = "</a:t>
            </a:r>
            <a:r>
              <a:rPr lang="fr-FR" sz="1600" err="1">
                <a:solidFill>
                  <a:schemeClr val="bg1"/>
                </a:solidFill>
              </a:rPr>
              <a:t>Allow</a:t>
            </a:r>
            <a:r>
              <a:rPr lang="fr-FR" sz="1600">
                <a:solidFill>
                  <a:schemeClr val="bg1"/>
                </a:solidFill>
              </a:rPr>
              <a:t> </a:t>
            </a:r>
            <a:r>
              <a:rPr lang="fr-FR" sz="1600" err="1">
                <a:solidFill>
                  <a:schemeClr val="bg1"/>
                </a:solidFill>
              </a:rPr>
              <a:t>inbound</a:t>
            </a:r>
            <a:r>
              <a:rPr lang="fr-FR" sz="1600">
                <a:solidFill>
                  <a:schemeClr val="bg1"/>
                </a:solidFill>
              </a:rPr>
              <a:t> </a:t>
            </a:r>
            <a:r>
              <a:rPr lang="fr-FR" sz="1600" err="1">
                <a:solidFill>
                  <a:schemeClr val="bg1"/>
                </a:solidFill>
              </a:rPr>
              <a:t>traffic</a:t>
            </a:r>
            <a:r>
              <a:rPr lang="fr-FR" sz="1600">
                <a:solidFill>
                  <a:schemeClr val="bg1"/>
                </a:solidFill>
              </a:rPr>
              <a:t> to </a:t>
            </a:r>
            <a:r>
              <a:rPr lang="fr-FR" sz="1600" err="1">
                <a:solidFill>
                  <a:schemeClr val="bg1"/>
                </a:solidFill>
              </a:rPr>
              <a:t>My</a:t>
            </a:r>
            <a:r>
              <a:rPr lang="fr-FR" sz="1600">
                <a:solidFill>
                  <a:schemeClr val="bg1"/>
                </a:solidFill>
              </a:rPr>
              <a:t> Server"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</a:t>
            </a:r>
            <a:r>
              <a:rPr lang="fr-FR" sz="1600" err="1">
                <a:solidFill>
                  <a:schemeClr val="bg1"/>
                </a:solidFill>
              </a:rPr>
              <a:t>vpc_id</a:t>
            </a:r>
            <a:r>
              <a:rPr lang="fr-FR" sz="1600">
                <a:solidFill>
                  <a:schemeClr val="bg1"/>
                </a:solidFill>
              </a:rPr>
              <a:t>      = "vpc-0777f2a2c8769e96d"</a:t>
            </a:r>
          </a:p>
          <a:p>
            <a:pPr>
              <a:spcBef>
                <a:spcPts val="600"/>
              </a:spcBef>
            </a:pPr>
            <a:endParaRPr lang="fr-FR" sz="160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</a:t>
            </a:r>
            <a:r>
              <a:rPr lang="fr-FR" sz="1600" err="1">
                <a:solidFill>
                  <a:schemeClr val="bg1"/>
                </a:solidFill>
              </a:rPr>
              <a:t>ingress</a:t>
            </a:r>
            <a:r>
              <a:rPr lang="fr-FR" sz="1600">
                <a:solidFill>
                  <a:schemeClr val="bg1"/>
                </a:solidFill>
              </a:rPr>
              <a:t>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description      = « HTTP </a:t>
            </a:r>
            <a:r>
              <a:rPr lang="fr-FR" sz="1600" err="1">
                <a:solidFill>
                  <a:schemeClr val="bg1"/>
                </a:solidFill>
              </a:rPr>
              <a:t>from</a:t>
            </a:r>
            <a:r>
              <a:rPr lang="fr-FR" sz="1600">
                <a:solidFill>
                  <a:schemeClr val="bg1"/>
                </a:solidFill>
              </a:rPr>
              <a:t> VPC"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</a:t>
            </a:r>
            <a:r>
              <a:rPr lang="fr-FR" sz="1600" err="1">
                <a:solidFill>
                  <a:schemeClr val="bg1"/>
                </a:solidFill>
              </a:rPr>
              <a:t>from_port</a:t>
            </a:r>
            <a:r>
              <a:rPr lang="fr-FR" sz="1600">
                <a:solidFill>
                  <a:schemeClr val="bg1"/>
                </a:solidFill>
              </a:rPr>
              <a:t>        = 80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</a:t>
            </a:r>
            <a:r>
              <a:rPr lang="fr-FR" sz="1600" err="1">
                <a:solidFill>
                  <a:schemeClr val="bg1"/>
                </a:solidFill>
              </a:rPr>
              <a:t>to_port</a:t>
            </a:r>
            <a:r>
              <a:rPr lang="fr-FR" sz="1600">
                <a:solidFill>
                  <a:schemeClr val="bg1"/>
                </a:solidFill>
              </a:rPr>
              <a:t>          = 80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</a:t>
            </a:r>
            <a:r>
              <a:rPr lang="fr-FR" sz="1600" err="1">
                <a:solidFill>
                  <a:schemeClr val="bg1"/>
                </a:solidFill>
              </a:rPr>
              <a:t>protocol</a:t>
            </a:r>
            <a:r>
              <a:rPr lang="fr-FR" sz="1600">
                <a:solidFill>
                  <a:schemeClr val="bg1"/>
                </a:solidFill>
              </a:rPr>
              <a:t>         = "</a:t>
            </a:r>
            <a:r>
              <a:rPr lang="fr-FR" sz="1600" err="1">
                <a:solidFill>
                  <a:schemeClr val="bg1"/>
                </a:solidFill>
              </a:rPr>
              <a:t>tcp</a:t>
            </a:r>
            <a:r>
              <a:rPr lang="fr-FR" sz="1600">
                <a:solidFill>
                  <a:schemeClr val="bg1"/>
                </a:solidFill>
              </a:rPr>
              <a:t>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</a:t>
            </a:r>
            <a:r>
              <a:rPr lang="fr-FR" sz="1600" err="1">
                <a:solidFill>
                  <a:schemeClr val="bg1"/>
                </a:solidFill>
              </a:rPr>
              <a:t>cidr_blocks</a:t>
            </a:r>
            <a:r>
              <a:rPr lang="fr-FR" sz="1600">
                <a:solidFill>
                  <a:schemeClr val="bg1"/>
                </a:solidFill>
              </a:rPr>
              <a:t>      = ["0.0.0.0/0"]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}</a:t>
            </a:r>
          </a:p>
          <a:p>
            <a:pPr>
              <a:spcBef>
                <a:spcPts val="600"/>
              </a:spcBef>
            </a:pPr>
            <a:endParaRPr lang="fr-FR" sz="160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tags =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Name = « MonServer-sg-e01"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4356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Création d’un groupe de sécurité + ports sortie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5834063" cy="4389120"/>
          </a:xfrm>
        </p:spPr>
        <p:txBody>
          <a:bodyPr>
            <a:normAutofit fontScale="92500" lnSpcReduction="20000"/>
          </a:bodyPr>
          <a:lstStyle/>
          <a:p>
            <a:r>
              <a:rPr lang="fr-FR"/>
              <a:t>Création du groupe de sécurité</a:t>
            </a:r>
          </a:p>
          <a:p>
            <a:pPr lvl="1"/>
            <a:r>
              <a:rPr lang="fr-FR" err="1"/>
              <a:t>aws_security_group</a:t>
            </a:r>
            <a:r>
              <a:rPr lang="fr-FR"/>
              <a:t> : type de la ressource</a:t>
            </a:r>
          </a:p>
          <a:p>
            <a:pPr lvl="1"/>
            <a:r>
              <a:rPr lang="fr-FR"/>
              <a:t>server-</a:t>
            </a:r>
            <a:r>
              <a:rPr lang="fr-FR" err="1"/>
              <a:t>sg</a:t>
            </a:r>
            <a:r>
              <a:rPr lang="fr-FR"/>
              <a:t> : nom unique de la ressource dans </a:t>
            </a:r>
            <a:r>
              <a:rPr lang="fr-FR" dirty="0"/>
              <a:t>Terraform</a:t>
            </a:r>
            <a:endParaRPr lang="fr-FR"/>
          </a:p>
          <a:p>
            <a:pPr lvl="1"/>
            <a:r>
              <a:rPr lang="fr-FR"/>
              <a:t>Name : nom du SG dans l’interface AWS</a:t>
            </a:r>
          </a:p>
          <a:p>
            <a:pPr lvl="1"/>
            <a:r>
              <a:rPr lang="fr-FR"/>
              <a:t>Description : description du SG</a:t>
            </a:r>
          </a:p>
          <a:p>
            <a:pPr lvl="1"/>
            <a:r>
              <a:rPr lang="fr-FR" err="1"/>
              <a:t>vpc_id</a:t>
            </a:r>
            <a:r>
              <a:rPr lang="fr-FR"/>
              <a:t> : le projet auquel rattaché le SG</a:t>
            </a:r>
          </a:p>
          <a:p>
            <a:pPr lvl="1"/>
            <a:r>
              <a:rPr lang="fr-FR"/>
              <a:t>Tag / Name : Nom de la ressource dans AWS</a:t>
            </a:r>
          </a:p>
          <a:p>
            <a:endParaRPr lang="fr-FR"/>
          </a:p>
          <a:p>
            <a:r>
              <a:rPr lang="fr-FR"/>
              <a:t>Ouverture des ports de sortie (443 sur tous les protocoles)</a:t>
            </a:r>
          </a:p>
          <a:p>
            <a:pPr lvl="1"/>
            <a:r>
              <a:rPr lang="fr-FR"/>
              <a:t>Ouvrir une balise </a:t>
            </a:r>
            <a:r>
              <a:rPr lang="fr-FR" err="1"/>
              <a:t>Egress</a:t>
            </a:r>
            <a:endParaRPr lang="fr-FR"/>
          </a:p>
          <a:p>
            <a:pPr lvl="1"/>
            <a:r>
              <a:rPr lang="fr-FR"/>
              <a:t>Spécifier port début -&gt; port fin</a:t>
            </a:r>
          </a:p>
          <a:p>
            <a:pPr lvl="2"/>
            <a:r>
              <a:rPr lang="fr-FR"/>
              <a:t>0 pour tous les ports</a:t>
            </a:r>
          </a:p>
          <a:p>
            <a:pPr lvl="1"/>
            <a:r>
              <a:rPr lang="fr-FR"/>
              <a:t>Préciser protocole : </a:t>
            </a:r>
            <a:r>
              <a:rPr lang="fr-FR" err="1"/>
              <a:t>tcp</a:t>
            </a:r>
            <a:r>
              <a:rPr lang="fr-FR"/>
              <a:t>, </a:t>
            </a:r>
            <a:r>
              <a:rPr lang="fr-FR" err="1"/>
              <a:t>udp</a:t>
            </a:r>
            <a:r>
              <a:rPr lang="fr-FR"/>
              <a:t>, </a:t>
            </a:r>
            <a:r>
              <a:rPr lang="fr-FR" err="1"/>
              <a:t>icmp</a:t>
            </a:r>
            <a:r>
              <a:rPr lang="fr-FR"/>
              <a:t>, -1</a:t>
            </a:r>
          </a:p>
          <a:p>
            <a:pPr lvl="1"/>
            <a:r>
              <a:rPr lang="fr-FR"/>
              <a:t>Indiquer le réseau destination : </a:t>
            </a:r>
            <a:r>
              <a:rPr lang="fr-FR" err="1"/>
              <a:t>cidr_blocks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6578804" y="905046"/>
            <a:ext cx="4891836" cy="54322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600" err="1">
                <a:solidFill>
                  <a:schemeClr val="bg1"/>
                </a:solidFill>
              </a:rPr>
              <a:t>resource</a:t>
            </a:r>
            <a:r>
              <a:rPr lang="fr-FR" sz="1600">
                <a:solidFill>
                  <a:schemeClr val="bg1"/>
                </a:solidFill>
              </a:rPr>
              <a:t> "</a:t>
            </a:r>
            <a:r>
              <a:rPr lang="fr-FR" sz="1600" err="1">
                <a:solidFill>
                  <a:schemeClr val="bg1"/>
                </a:solidFill>
              </a:rPr>
              <a:t>aws_security_group</a:t>
            </a:r>
            <a:r>
              <a:rPr lang="fr-FR" sz="1600">
                <a:solidFill>
                  <a:schemeClr val="bg1"/>
                </a:solidFill>
              </a:rPr>
              <a:t>" "all-</a:t>
            </a:r>
            <a:r>
              <a:rPr lang="fr-FR" sz="1600" err="1">
                <a:solidFill>
                  <a:schemeClr val="bg1"/>
                </a:solidFill>
              </a:rPr>
              <a:t>sg</a:t>
            </a:r>
            <a:r>
              <a:rPr lang="fr-FR" sz="1600">
                <a:solidFill>
                  <a:schemeClr val="bg1"/>
                </a:solidFill>
              </a:rPr>
              <a:t>"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</a:t>
            </a:r>
            <a:r>
              <a:rPr lang="fr-FR" sz="1600" err="1">
                <a:solidFill>
                  <a:schemeClr val="bg1"/>
                </a:solidFill>
              </a:rPr>
              <a:t>name</a:t>
            </a:r>
            <a:r>
              <a:rPr lang="fr-FR" sz="1600">
                <a:solidFill>
                  <a:schemeClr val="bg1"/>
                </a:solidFill>
              </a:rPr>
              <a:t>        = "allserver-sg-e01"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description = "</a:t>
            </a:r>
            <a:r>
              <a:rPr lang="fr-FR" sz="1600" err="1">
                <a:solidFill>
                  <a:schemeClr val="bg1"/>
                </a:solidFill>
              </a:rPr>
              <a:t>Allow</a:t>
            </a:r>
            <a:r>
              <a:rPr lang="fr-FR" sz="1600">
                <a:solidFill>
                  <a:schemeClr val="bg1"/>
                </a:solidFill>
              </a:rPr>
              <a:t> </a:t>
            </a:r>
            <a:r>
              <a:rPr lang="fr-FR" sz="1600" err="1">
                <a:solidFill>
                  <a:schemeClr val="bg1"/>
                </a:solidFill>
              </a:rPr>
              <a:t>outbound</a:t>
            </a:r>
            <a:r>
              <a:rPr lang="fr-FR" sz="1600">
                <a:solidFill>
                  <a:schemeClr val="bg1"/>
                </a:solidFill>
              </a:rPr>
              <a:t> </a:t>
            </a:r>
            <a:r>
              <a:rPr lang="fr-FR" sz="1600" err="1">
                <a:solidFill>
                  <a:schemeClr val="bg1"/>
                </a:solidFill>
              </a:rPr>
              <a:t>traffic</a:t>
            </a:r>
            <a:r>
              <a:rPr lang="fr-FR" sz="1600">
                <a:solidFill>
                  <a:schemeClr val="bg1"/>
                </a:solidFill>
              </a:rPr>
              <a:t> to all servers"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</a:t>
            </a:r>
            <a:r>
              <a:rPr lang="fr-FR" sz="1600" err="1">
                <a:solidFill>
                  <a:schemeClr val="bg1"/>
                </a:solidFill>
              </a:rPr>
              <a:t>vpc_id</a:t>
            </a:r>
            <a:r>
              <a:rPr lang="fr-FR" sz="1600">
                <a:solidFill>
                  <a:schemeClr val="bg1"/>
                </a:solidFill>
              </a:rPr>
              <a:t>      = "vpc-0777f2a2c8769e96d"</a:t>
            </a:r>
          </a:p>
          <a:p>
            <a:pPr>
              <a:spcBef>
                <a:spcPts val="600"/>
              </a:spcBef>
            </a:pPr>
            <a:endParaRPr lang="fr-FR" sz="160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</a:t>
            </a:r>
            <a:r>
              <a:rPr lang="fr-FR" sz="1600" err="1">
                <a:solidFill>
                  <a:schemeClr val="bg1"/>
                </a:solidFill>
              </a:rPr>
              <a:t>egress</a:t>
            </a:r>
            <a:r>
              <a:rPr lang="fr-FR" sz="1600">
                <a:solidFill>
                  <a:schemeClr val="bg1"/>
                </a:solidFill>
              </a:rPr>
              <a:t>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</a:t>
            </a:r>
            <a:r>
              <a:rPr lang="fr-FR" sz="1600" err="1">
                <a:solidFill>
                  <a:schemeClr val="bg1"/>
                </a:solidFill>
              </a:rPr>
              <a:t>from_port</a:t>
            </a:r>
            <a:r>
              <a:rPr lang="fr-FR" sz="1600">
                <a:solidFill>
                  <a:schemeClr val="bg1"/>
                </a:solidFill>
              </a:rPr>
              <a:t>        = 443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</a:t>
            </a:r>
            <a:r>
              <a:rPr lang="fr-FR" sz="1600" err="1">
                <a:solidFill>
                  <a:schemeClr val="bg1"/>
                </a:solidFill>
              </a:rPr>
              <a:t>to_port</a:t>
            </a:r>
            <a:r>
              <a:rPr lang="fr-FR" sz="1600">
                <a:solidFill>
                  <a:schemeClr val="bg1"/>
                </a:solidFill>
              </a:rPr>
              <a:t>          = 443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</a:t>
            </a:r>
            <a:r>
              <a:rPr lang="fr-FR" sz="1600" err="1">
                <a:solidFill>
                  <a:schemeClr val="bg1"/>
                </a:solidFill>
              </a:rPr>
              <a:t>protocol</a:t>
            </a:r>
            <a:r>
              <a:rPr lang="fr-FR" sz="1600">
                <a:solidFill>
                  <a:schemeClr val="bg1"/>
                </a:solidFill>
              </a:rPr>
              <a:t>         = "-1"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</a:t>
            </a:r>
            <a:r>
              <a:rPr lang="fr-FR" sz="1600" err="1">
                <a:solidFill>
                  <a:schemeClr val="bg1"/>
                </a:solidFill>
              </a:rPr>
              <a:t>cidr_blocks</a:t>
            </a:r>
            <a:r>
              <a:rPr lang="fr-FR" sz="1600">
                <a:solidFill>
                  <a:schemeClr val="bg1"/>
                </a:solidFill>
              </a:rPr>
              <a:t>      = ["0.0.0.0/0"]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}</a:t>
            </a:r>
          </a:p>
          <a:p>
            <a:pPr>
              <a:spcBef>
                <a:spcPts val="600"/>
              </a:spcBef>
            </a:pPr>
            <a:endParaRPr lang="fr-FR" sz="160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tags =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Name = "AllServer-out-sg-e01"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52994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Création d’une instance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5630864" cy="4389120"/>
          </a:xfrm>
        </p:spPr>
        <p:txBody>
          <a:bodyPr/>
          <a:lstStyle/>
          <a:p>
            <a:r>
              <a:rPr lang="fr-FR"/>
              <a:t>Création de l’instance EC2</a:t>
            </a:r>
          </a:p>
          <a:p>
            <a:pPr lvl="1"/>
            <a:r>
              <a:rPr lang="fr-FR" err="1"/>
              <a:t>aws_instance</a:t>
            </a:r>
            <a:r>
              <a:rPr lang="fr-FR"/>
              <a:t> : type de la ressource</a:t>
            </a:r>
          </a:p>
          <a:p>
            <a:pPr lvl="1"/>
            <a:r>
              <a:rPr lang="fr-FR" err="1"/>
              <a:t>Api_server</a:t>
            </a:r>
            <a:r>
              <a:rPr lang="fr-FR"/>
              <a:t> : nom unique de la ressource dans </a:t>
            </a:r>
            <a:r>
              <a:rPr lang="fr-FR" dirty="0"/>
              <a:t>Terraform</a:t>
            </a:r>
            <a:endParaRPr lang="fr-FR"/>
          </a:p>
          <a:p>
            <a:pPr lvl="1"/>
            <a:r>
              <a:rPr lang="fr-FR"/>
              <a:t>ami : identifiant de l’image utilisée pour créer l’image</a:t>
            </a:r>
          </a:p>
          <a:p>
            <a:pPr lvl="1"/>
            <a:r>
              <a:rPr lang="fr-FR" err="1"/>
              <a:t>Instance_type</a:t>
            </a:r>
            <a:r>
              <a:rPr lang="fr-FR"/>
              <a:t> : gabarit de l’instance (RAM, </a:t>
            </a:r>
            <a:r>
              <a:rPr lang="fr-FR" err="1"/>
              <a:t>vcpu</a:t>
            </a:r>
            <a:r>
              <a:rPr lang="fr-FR"/>
              <a:t>)</a:t>
            </a:r>
          </a:p>
          <a:p>
            <a:pPr lvl="1"/>
            <a:r>
              <a:rPr lang="fr-FR" err="1"/>
              <a:t>vpc_security_group_ids</a:t>
            </a:r>
            <a:r>
              <a:rPr lang="fr-FR"/>
              <a:t> : liste des groupes de sécurité à appliquer</a:t>
            </a:r>
          </a:p>
          <a:p>
            <a:pPr lvl="1"/>
            <a:r>
              <a:rPr lang="fr-FR" err="1"/>
              <a:t>User_data</a:t>
            </a:r>
            <a:r>
              <a:rPr lang="fr-FR"/>
              <a:t> : script de personnalisation de l’instance au premier déploiement</a:t>
            </a:r>
          </a:p>
          <a:p>
            <a:pPr lvl="1"/>
            <a:r>
              <a:rPr lang="fr-FR"/>
              <a:t>Tag / Name : Nom de la ressource dans AWS</a:t>
            </a:r>
          </a:p>
          <a:p>
            <a:pPr marL="0" indent="0">
              <a:buNone/>
            </a:pPr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6578804" y="1744980"/>
            <a:ext cx="4891836" cy="34932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600" err="1">
                <a:solidFill>
                  <a:schemeClr val="bg1"/>
                </a:solidFill>
              </a:rPr>
              <a:t>resource</a:t>
            </a:r>
            <a:r>
              <a:rPr lang="fr-FR" sz="1600">
                <a:solidFill>
                  <a:schemeClr val="bg1"/>
                </a:solidFill>
              </a:rPr>
              <a:t> "</a:t>
            </a:r>
            <a:r>
              <a:rPr lang="fr-FR" sz="1600" err="1">
                <a:solidFill>
                  <a:schemeClr val="bg1"/>
                </a:solidFill>
              </a:rPr>
              <a:t>aws_instance</a:t>
            </a:r>
            <a:r>
              <a:rPr lang="fr-FR" sz="1600">
                <a:solidFill>
                  <a:schemeClr val="bg1"/>
                </a:solidFill>
              </a:rPr>
              <a:t>" "</a:t>
            </a:r>
            <a:r>
              <a:rPr lang="fr-FR" sz="1600" err="1">
                <a:solidFill>
                  <a:schemeClr val="bg1"/>
                </a:solidFill>
              </a:rPr>
              <a:t>api_server</a:t>
            </a:r>
            <a:r>
              <a:rPr lang="fr-FR" sz="1600">
                <a:solidFill>
                  <a:schemeClr val="bg1"/>
                </a:solidFill>
              </a:rPr>
              <a:t>"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ami           = "ami-0493936afbe820b28"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</a:t>
            </a:r>
            <a:r>
              <a:rPr lang="fr-FR" sz="1600" err="1">
                <a:solidFill>
                  <a:schemeClr val="bg1"/>
                </a:solidFill>
              </a:rPr>
              <a:t>instance_type</a:t>
            </a:r>
            <a:r>
              <a:rPr lang="fr-FR" sz="1600">
                <a:solidFill>
                  <a:schemeClr val="bg1"/>
                </a:solidFill>
              </a:rPr>
              <a:t> = "t2.micro"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</a:t>
            </a:r>
            <a:r>
              <a:rPr lang="fr-FR" sz="1600" err="1">
                <a:solidFill>
                  <a:schemeClr val="bg1"/>
                </a:solidFill>
              </a:rPr>
              <a:t>vpc_security_group_ids</a:t>
            </a:r>
            <a:r>
              <a:rPr lang="fr-FR" sz="1600">
                <a:solidFill>
                  <a:schemeClr val="bg1"/>
                </a:solidFill>
              </a:rPr>
              <a:t> = [</a:t>
            </a:r>
            <a:r>
              <a:rPr lang="fr-FR" sz="1600" err="1">
                <a:solidFill>
                  <a:schemeClr val="bg1"/>
                </a:solidFill>
              </a:rPr>
              <a:t>aws_security_group.all-sg.id,aws_security_group.api-sg.id</a:t>
            </a:r>
            <a:r>
              <a:rPr lang="fr-FR" sz="1600">
                <a:solidFill>
                  <a:schemeClr val="bg1"/>
                </a:solidFill>
              </a:rPr>
              <a:t>]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</a:t>
            </a:r>
            <a:r>
              <a:rPr lang="fr-FR" sz="1600" err="1">
                <a:solidFill>
                  <a:schemeClr val="bg1"/>
                </a:solidFill>
              </a:rPr>
              <a:t>user_data</a:t>
            </a:r>
            <a:r>
              <a:rPr lang="fr-FR" sz="1600">
                <a:solidFill>
                  <a:schemeClr val="bg1"/>
                </a:solidFill>
              </a:rPr>
              <a:t> = "${file("user-data-api.sh")}"</a:t>
            </a:r>
          </a:p>
          <a:p>
            <a:pPr>
              <a:spcBef>
                <a:spcPts val="600"/>
              </a:spcBef>
            </a:pPr>
            <a:endParaRPr lang="fr-FR" sz="160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tags =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  Name = "API_Server_E01"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65745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Récupération d’un output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5630864" cy="4389120"/>
          </a:xfrm>
        </p:spPr>
        <p:txBody>
          <a:bodyPr/>
          <a:lstStyle/>
          <a:p>
            <a:r>
              <a:rPr lang="fr-FR"/>
              <a:t>Chargement de l’id d’une instance</a:t>
            </a:r>
          </a:p>
          <a:p>
            <a:pPr lvl="1"/>
            <a:r>
              <a:rPr lang="fr-FR"/>
              <a:t>output : indique qu’on interroge une donnée du provider</a:t>
            </a:r>
          </a:p>
          <a:p>
            <a:pPr lvl="1"/>
            <a:r>
              <a:rPr lang="fr-FR"/>
              <a:t>Value : chemin d’accès à la ressource</a:t>
            </a:r>
          </a:p>
          <a:p>
            <a:endParaRPr lang="fr-FR"/>
          </a:p>
          <a:p>
            <a:r>
              <a:rPr lang="fr-FR"/>
              <a:t>Chargement de l’adresse </a:t>
            </a:r>
            <a:r>
              <a:rPr lang="fr-FR" err="1"/>
              <a:t>ip</a:t>
            </a:r>
            <a:r>
              <a:rPr lang="fr-FR"/>
              <a:t> publique d’une instance</a:t>
            </a:r>
          </a:p>
          <a:p>
            <a:pPr lvl="1"/>
            <a:r>
              <a:rPr lang="fr-FR"/>
              <a:t>output : indique qu’on interroge une donnée du provider</a:t>
            </a:r>
          </a:p>
          <a:p>
            <a:pPr lvl="1"/>
            <a:r>
              <a:rPr lang="fr-FR"/>
              <a:t>Value : chemin d’accès à la ressource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578804" y="1744980"/>
            <a:ext cx="4891836" cy="3170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output "</a:t>
            </a:r>
            <a:r>
              <a:rPr lang="fr-FR" sz="1600" err="1">
                <a:solidFill>
                  <a:schemeClr val="bg1"/>
                </a:solidFill>
              </a:rPr>
              <a:t>instance_mon_server_id</a:t>
            </a:r>
            <a:r>
              <a:rPr lang="fr-FR" sz="1600">
                <a:solidFill>
                  <a:schemeClr val="bg1"/>
                </a:solidFill>
              </a:rPr>
              <a:t>"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description = "ID of the EC2 instance"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value       = aws_instance.api_server.id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}</a:t>
            </a:r>
          </a:p>
          <a:p>
            <a:pPr>
              <a:spcBef>
                <a:spcPts val="600"/>
              </a:spcBef>
            </a:pPr>
            <a:endParaRPr lang="fr-FR" sz="160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output "</a:t>
            </a:r>
            <a:r>
              <a:rPr lang="fr-FR" sz="1600" err="1">
                <a:solidFill>
                  <a:schemeClr val="bg1"/>
                </a:solidFill>
              </a:rPr>
              <a:t>instance_api_server_public_ip</a:t>
            </a:r>
            <a:r>
              <a:rPr lang="fr-FR" sz="1600">
                <a:solidFill>
                  <a:schemeClr val="bg1"/>
                </a:solidFill>
              </a:rPr>
              <a:t>" {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description = "Public IP </a:t>
            </a:r>
            <a:r>
              <a:rPr lang="fr-FR" sz="1600" err="1">
                <a:solidFill>
                  <a:schemeClr val="bg1"/>
                </a:solidFill>
              </a:rPr>
              <a:t>address</a:t>
            </a:r>
            <a:r>
              <a:rPr lang="fr-FR" sz="1600">
                <a:solidFill>
                  <a:schemeClr val="bg1"/>
                </a:solidFill>
              </a:rPr>
              <a:t> of the EC2 instance API"</a:t>
            </a: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  value       = </a:t>
            </a:r>
            <a:r>
              <a:rPr lang="fr-FR" sz="1600" err="1">
                <a:solidFill>
                  <a:schemeClr val="bg1"/>
                </a:solidFill>
              </a:rPr>
              <a:t>aws_instance.api_server.public_ip</a:t>
            </a:r>
            <a:endParaRPr lang="fr-FR" sz="160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fr-FR" sz="160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94283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Avantages</a:t>
            </a:r>
          </a:p>
          <a:p>
            <a:pPr lvl="1"/>
            <a:r>
              <a:rPr lang="fr-FR" err="1"/>
              <a:t>IaC</a:t>
            </a:r>
            <a:r>
              <a:rPr lang="fr-FR"/>
              <a:t> </a:t>
            </a:r>
            <a:r>
              <a:rPr lang="fr-FR" err="1"/>
              <a:t>opensource</a:t>
            </a:r>
            <a:r>
              <a:rPr lang="fr-FR"/>
              <a:t> écrit en GO par l’auteur de </a:t>
            </a:r>
            <a:r>
              <a:rPr lang="fr-FR" err="1"/>
              <a:t>Vagrant</a:t>
            </a:r>
            <a:r>
              <a:rPr lang="fr-FR"/>
              <a:t>.</a:t>
            </a:r>
          </a:p>
          <a:p>
            <a:pPr lvl="1"/>
            <a:r>
              <a:rPr lang="fr-FR"/>
              <a:t>Syntaxe simple et lisible.</a:t>
            </a:r>
          </a:p>
          <a:p>
            <a:pPr lvl="1"/>
            <a:r>
              <a:rPr lang="fr-FR"/>
              <a:t> Très grande souplesse de paramétrage et de réutilisation d’information facilitée par :</a:t>
            </a:r>
          </a:p>
          <a:p>
            <a:pPr lvl="2"/>
            <a:r>
              <a:rPr lang="fr-FR"/>
              <a:t>Les fichiers de variables.</a:t>
            </a:r>
          </a:p>
          <a:p>
            <a:pPr lvl="2"/>
            <a:r>
              <a:rPr lang="fr-FR"/>
              <a:t>Data source provider.</a:t>
            </a:r>
          </a:p>
          <a:p>
            <a:pPr lvl="2"/>
            <a:r>
              <a:rPr lang="fr-FR"/>
              <a:t>Data source provider externe.</a:t>
            </a:r>
          </a:p>
          <a:p>
            <a:pPr lvl="1"/>
            <a:r>
              <a:rPr lang="fr-FR"/>
              <a:t>Commande plan permettant de vérifier de manière globale, la cohérence et fiabilité, avant exécution</a:t>
            </a:r>
            <a:r>
              <a:rPr lang="fr-FR" dirty="0"/>
              <a:t>, commande </a:t>
            </a:r>
            <a:r>
              <a:rPr lang="fr-FR" dirty="0" err="1"/>
              <a:t>apply</a:t>
            </a:r>
            <a:endParaRPr lang="fr-FR"/>
          </a:p>
          <a:p>
            <a:pPr lvl="1"/>
            <a:r>
              <a:rPr lang="fr-FR"/>
              <a:t>Reproductibilité.</a:t>
            </a:r>
          </a:p>
          <a:p>
            <a:pPr lvl="1"/>
            <a:r>
              <a:rPr lang="fr-FR"/>
              <a:t>Possibilité de faire du « </a:t>
            </a:r>
            <a:r>
              <a:rPr lang="fr-FR" err="1"/>
              <a:t>Layering</a:t>
            </a:r>
            <a:r>
              <a:rPr lang="fr-FR"/>
              <a:t> » (déploiement par couche, par provider…)</a:t>
            </a:r>
          </a:p>
          <a:p>
            <a:pPr lvl="1"/>
            <a:r>
              <a:rPr lang="fr-FR"/>
              <a:t>Outil fédérateur et structurant.</a:t>
            </a:r>
          </a:p>
          <a:p>
            <a:pPr lvl="1"/>
            <a:r>
              <a:rPr lang="fr-FR"/>
              <a:t>Forte communauté et contributeurs, développement très actif.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avantages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sp>
        <p:nvSpPr>
          <p:cNvPr id="16" name="Espace réservé de la date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85451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Inconvénients</a:t>
            </a:r>
          </a:p>
          <a:p>
            <a:pPr lvl="1"/>
            <a:r>
              <a:rPr lang="fr-FR"/>
              <a:t>Toute modification faite sans </a:t>
            </a:r>
            <a:r>
              <a:rPr lang="fr-FR" dirty="0"/>
              <a:t>Terraform</a:t>
            </a:r>
            <a:r>
              <a:rPr lang="fr-FR"/>
              <a:t> ne sera pas prise en compte pour un redéploiement TF (à moins de modifier le </a:t>
            </a:r>
            <a:r>
              <a:rPr lang="fr-FR" err="1"/>
              <a:t>tfstate</a:t>
            </a:r>
            <a:r>
              <a:rPr lang="fr-FR"/>
              <a:t> ce qui est difficile et très fortement déconseillé).</a:t>
            </a:r>
          </a:p>
          <a:p>
            <a:pPr lvl="1"/>
            <a:r>
              <a:rPr lang="fr-FR"/>
              <a:t>Pas de forte gestion des secrets, donc demande des bonnes pratiques et l’éventuel couplage avec un ou d’autres outils.</a:t>
            </a:r>
          </a:p>
          <a:p>
            <a:pPr lvl="1"/>
            <a:r>
              <a:rPr lang="fr-FR"/>
              <a:t>Outil jeune et non exempt de bug.</a:t>
            </a:r>
          </a:p>
          <a:p>
            <a:pPr lvl="1"/>
            <a:r>
              <a:rPr lang="fr-FR"/>
              <a:t>Pas de </a:t>
            </a:r>
            <a:r>
              <a:rPr lang="fr-FR" err="1"/>
              <a:t>rollback</a:t>
            </a:r>
            <a:r>
              <a:rPr lang="fr-FR"/>
              <a:t> possible.</a:t>
            </a:r>
          </a:p>
          <a:p>
            <a:pPr lvl="1"/>
            <a:r>
              <a:rPr lang="fr-FR"/>
              <a:t>Demande une mise en place préalable de règles structurantes afin de se prémunir d’effet de bord indésirable.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inconvénients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07287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/>
              <a:t>Utilisation des fichiers de variable.</a:t>
            </a:r>
          </a:p>
          <a:p>
            <a:pPr lvl="1"/>
            <a:r>
              <a:rPr lang="fr-FR"/>
              <a:t>Pour les capacités.</a:t>
            </a:r>
          </a:p>
          <a:p>
            <a:pPr lvl="1"/>
            <a:r>
              <a:rPr lang="fr-FR"/>
              <a:t>Pour les attachements de volumes.</a:t>
            </a:r>
          </a:p>
          <a:p>
            <a:pPr lvl="1"/>
            <a:r>
              <a:rPr lang="fr-FR"/>
              <a:t>Pour les secrets.</a:t>
            </a:r>
          </a:p>
          <a:p>
            <a:pPr lvl="2"/>
            <a:r>
              <a:rPr lang="fr-FR"/>
              <a:t>Identifiant de connexion.</a:t>
            </a:r>
          </a:p>
          <a:p>
            <a:pPr lvl="2"/>
            <a:r>
              <a:rPr lang="fr-FR"/>
              <a:t>Certificats.</a:t>
            </a:r>
          </a:p>
          <a:p>
            <a:r>
              <a:rPr lang="fr-FR"/>
              <a:t>Construire les fichiers TF en couche.</a:t>
            </a:r>
          </a:p>
          <a:p>
            <a:pPr lvl="1"/>
            <a:r>
              <a:rPr lang="fr-FR"/>
              <a:t>VM.</a:t>
            </a:r>
          </a:p>
          <a:p>
            <a:pPr lvl="1"/>
            <a:r>
              <a:rPr lang="fr-FR"/>
              <a:t>Container.</a:t>
            </a:r>
          </a:p>
          <a:p>
            <a:pPr lvl="1"/>
            <a:r>
              <a:rPr lang="fr-FR"/>
              <a:t>Réseaux.</a:t>
            </a:r>
          </a:p>
          <a:p>
            <a:pPr lvl="1"/>
            <a:r>
              <a:rPr lang="fr-FR"/>
              <a:t>Stockage.</a:t>
            </a:r>
          </a:p>
          <a:p>
            <a:pPr lvl="1"/>
            <a:r>
              <a:rPr lang="fr-FR"/>
              <a:t>Dépendances.</a:t>
            </a:r>
          </a:p>
          <a:p>
            <a:r>
              <a:rPr lang="fr-FR"/>
              <a:t>Avoir une réflexion globale sur les règles structurantes et les référencer.</a:t>
            </a:r>
          </a:p>
          <a:p>
            <a:pPr lvl="1"/>
            <a:r>
              <a:rPr lang="fr-FR"/>
              <a:t>Gestion </a:t>
            </a:r>
            <a:r>
              <a:rPr lang="fr-FR" err="1"/>
              <a:t>tfstate</a:t>
            </a:r>
            <a:r>
              <a:rPr lang="fr-FR"/>
              <a:t>.</a:t>
            </a:r>
          </a:p>
          <a:p>
            <a:pPr lvl="1"/>
            <a:r>
              <a:rPr lang="fr-FR"/>
              <a:t>Périmètre d’application et mode opératoire.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bonnes pratiques et règles à mettre en place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4855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fr-FR"/>
              <a:t>Faire le plan de l’architecture attendu</a:t>
            </a:r>
          </a:p>
          <a:p>
            <a:pPr lvl="1"/>
            <a:r>
              <a:rPr lang="fr-FR"/>
              <a:t>Réseaux</a:t>
            </a:r>
          </a:p>
          <a:p>
            <a:pPr lvl="1"/>
            <a:r>
              <a:rPr lang="fr-FR"/>
              <a:t>Volumes</a:t>
            </a:r>
          </a:p>
          <a:p>
            <a:pPr lvl="1"/>
            <a:r>
              <a:rPr lang="fr-FR"/>
              <a:t>Instances</a:t>
            </a:r>
          </a:p>
          <a:p>
            <a:pPr lvl="1"/>
            <a:r>
              <a:rPr lang="fr-FR"/>
              <a:t>…</a:t>
            </a:r>
          </a:p>
          <a:p>
            <a:pPr lvl="0"/>
            <a:r>
              <a:rPr lang="fr-FR"/>
              <a:t>Faire la liste des ressources attendues</a:t>
            </a:r>
          </a:p>
          <a:p>
            <a:pPr lvl="1"/>
            <a:r>
              <a:rPr lang="fr-FR"/>
              <a:t>Dimensionnement et caractéristiques des instances (CPU, RAM, type d’OS…)</a:t>
            </a:r>
          </a:p>
          <a:p>
            <a:pPr lvl="1"/>
            <a:r>
              <a:rPr lang="fr-FR"/>
              <a:t>Liste des réseaux et sous-réseaux</a:t>
            </a:r>
          </a:p>
          <a:p>
            <a:pPr lvl="1"/>
            <a:r>
              <a:rPr lang="fr-FR"/>
              <a:t>Volumes et attachement/montage des volumes</a:t>
            </a:r>
          </a:p>
          <a:p>
            <a:pPr lvl="1"/>
            <a:r>
              <a:rPr lang="fr-FR"/>
              <a:t>…</a:t>
            </a:r>
          </a:p>
          <a:p>
            <a:r>
              <a:rPr lang="fr-FR"/>
              <a:t>Définition d’une logique de nommage</a:t>
            </a:r>
          </a:p>
          <a:p>
            <a:pPr lvl="1"/>
            <a:r>
              <a:rPr lang="fr-FR"/>
              <a:t>Nom fonctionnel et/ou technique des VM, réseaux, sous-réseaux, volumes, </a:t>
            </a:r>
            <a:r>
              <a:rPr lang="fr-FR" err="1"/>
              <a:t>security</a:t>
            </a:r>
            <a:r>
              <a:rPr lang="fr-FR"/>
              <a:t> group, gabarit…</a:t>
            </a:r>
          </a:p>
          <a:p>
            <a:pPr lvl="1"/>
            <a:r>
              <a:rPr lang="fr-FR"/>
              <a:t>Matrice de flux</a:t>
            </a:r>
          </a:p>
          <a:p>
            <a:pPr lvl="1"/>
            <a:r>
              <a:rPr lang="fr-FR"/>
              <a:t>…</a:t>
            </a:r>
          </a:p>
          <a:p>
            <a:pPr lvl="1"/>
            <a:endParaRPr lang="fr-FR"/>
          </a:p>
          <a:p>
            <a:r>
              <a:rPr lang="fr-FR"/>
              <a:t>Pour en savoir plus le site officiel </a:t>
            </a:r>
            <a:r>
              <a:rPr lang="fr-FR" dirty="0">
                <a:hlinkClick r:id="rId2"/>
              </a:rPr>
              <a:t>Terraform</a:t>
            </a:r>
            <a:r>
              <a:rPr lang="fr-FR">
                <a:hlinkClick r:id="rId2"/>
              </a:rPr>
              <a:t> by </a:t>
            </a:r>
            <a:r>
              <a:rPr lang="fr-FR" dirty="0">
                <a:hlinkClick r:id="rId2"/>
              </a:rPr>
              <a:t>HashiCorp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Cours ECAM : Cloud / Virtualisation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Recommandations / prérequis pour une bonne préparation avant utilisation</a:t>
            </a:r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Terraform</a:t>
            </a:r>
            <a:endParaRPr lang="fr-FR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/>
              <a:t>15/12/2023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79877922"/>
      </p:ext>
    </p:extLst>
  </p:cSld>
  <p:clrMapOvr>
    <a:masterClrMapping/>
  </p:clrMapOvr>
</p:sld>
</file>

<file path=ppt/theme/theme1.xml><?xml version="1.0" encoding="utf-8"?>
<a:theme xmlns:a="http://schemas.openxmlformats.org/drawingml/2006/main" name="Sopra Steria Group">
  <a:themeElements>
    <a:clrScheme name="Personnalisé 96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CF022B"/>
      </a:accent1>
      <a:accent2>
        <a:srgbClr val="F07D00"/>
      </a:accent2>
      <a:accent3>
        <a:srgbClr val="8C1D82"/>
      </a:accent3>
      <a:accent4>
        <a:srgbClr val="007AC2"/>
      </a:accent4>
      <a:accent5>
        <a:srgbClr val="00A188"/>
      </a:accent5>
      <a:accent6>
        <a:srgbClr val="4A4A4A"/>
      </a:accent6>
      <a:hlink>
        <a:srgbClr val="1A0DAB"/>
      </a:hlink>
      <a:folHlink>
        <a:srgbClr val="660099"/>
      </a:folHlink>
    </a:clrScheme>
    <a:fontScheme name="Sopra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31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spcBef>
            <a:spcPts val="600"/>
          </a:spcBef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1019_SOPRASTERIA_ModèlePowerPoint_FR_16-9--2-" id="{C08D7CBC-27C0-4E77-933E-550675E5F96F}" vid="{77662BC1-0B06-46D9-B7DD-22435AD93DA8}"/>
    </a:ext>
  </a:extLst>
</a:theme>
</file>

<file path=ppt/theme/theme2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 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00103A9F210340850149D5B007C160" ma:contentTypeVersion="14" ma:contentTypeDescription="Create a new document." ma:contentTypeScope="" ma:versionID="cecc19aab91e6d4c28dc5b30ec215269">
  <xsd:schema xmlns:xsd="http://www.w3.org/2001/XMLSchema" xmlns:xs="http://www.w3.org/2001/XMLSchema" xmlns:p="http://schemas.microsoft.com/office/2006/metadata/properties" xmlns:ns2="49dd5950-fce5-4b22-8f3e-fecfc2d2c395" xmlns:ns3="e73a51ed-bf28-4bf5-b8f9-cc9c64ccb296" targetNamespace="http://schemas.microsoft.com/office/2006/metadata/properties" ma:root="true" ma:fieldsID="dcaf0b22e17708742bfd78998d7d5815" ns2:_="" ns3:_="">
    <xsd:import namespace="49dd5950-fce5-4b22-8f3e-fecfc2d2c395"/>
    <xsd:import namespace="e73a51ed-bf28-4bf5-b8f9-cc9c64ccb2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d5950-fce5-4b22-8f3e-fecfc2d2c3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000e2059-5ee7-47e9-8d7c-e5c5b9f97e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3a51ed-bf28-4bf5-b8f9-cc9c64ccb29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7994d75-579d-4e02-a9b5-29e75a6b3318}" ma:internalName="TaxCatchAll" ma:showField="CatchAllData" ma:web="e73a51ed-bf28-4bf5-b8f9-cc9c64ccb2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d5950-fce5-4b22-8f3e-fecfc2d2c395">
      <Terms xmlns="http://schemas.microsoft.com/office/infopath/2007/PartnerControls"/>
    </lcf76f155ced4ddcb4097134ff3c332f>
    <TaxCatchAll xmlns="e73a51ed-bf28-4bf5-b8f9-cc9c64ccb296" xsi:nil="true"/>
  </documentManagement>
</p:properties>
</file>

<file path=customXml/itemProps1.xml><?xml version="1.0" encoding="utf-8"?>
<ds:datastoreItem xmlns:ds="http://schemas.openxmlformats.org/officeDocument/2006/customXml" ds:itemID="{CD654ED7-E731-4E5E-A61F-B0B865399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d5950-fce5-4b22-8f3e-fecfc2d2c395"/>
    <ds:schemaRef ds:uri="e73a51ed-bf28-4bf5-b8f9-cc9c64ccb2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2BA675-A16A-4084-BCEF-3D37880C59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3CDE10-8C2E-4455-8DFD-39DE870FAAA8}">
  <ds:schemaRefs>
    <ds:schemaRef ds:uri="http://purl.org/dc/elements/1.1/"/>
    <ds:schemaRef ds:uri="49dd5950-fce5-4b22-8f3e-fecfc2d2c395"/>
    <ds:schemaRef ds:uri="http://schemas.microsoft.com/office/infopath/2007/PartnerControls"/>
    <ds:schemaRef ds:uri="http://purl.org/dc/terms/"/>
    <ds:schemaRef ds:uri="e73a51ed-bf28-4bf5-b8f9-cc9c64ccb296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Cours ECAM</Template>
  <TotalTime>683</TotalTime>
  <Words>2339</Words>
  <Application>Microsoft Office PowerPoint</Application>
  <PresentationFormat>Grand écran</PresentationFormat>
  <Paragraphs>347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Tahoma</vt:lpstr>
      <vt:lpstr>Wingdings</vt:lpstr>
      <vt:lpstr>Sopra Steria Group</vt:lpstr>
      <vt:lpstr>Cours ECAM  Cloud &amp; Virtualisation</vt:lpstr>
      <vt:lpstr>03</vt:lpstr>
      <vt:lpstr>Infrastructure as Code (IaC)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  <vt:lpstr>Terraform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ECAM : Introduction au Cloud</dc:title>
  <dc:creator>Xavier Fraboulet</dc:creator>
  <cp:lastModifiedBy>PUIBARAUD Jean Baptiste</cp:lastModifiedBy>
  <cp:revision>9</cp:revision>
  <cp:lastPrinted>2019-06-20T07:36:54Z</cp:lastPrinted>
  <dcterms:created xsi:type="dcterms:W3CDTF">2022-11-15T16:44:35Z</dcterms:created>
  <dcterms:modified xsi:type="dcterms:W3CDTF">2023-12-15T08:06:08Z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0x0101004700103A9F210340850149D5B007C160</vt:lpwstr>
  </property>
  <property fmtid="{D5CDD505-2E9C-101B-9397-08002B2CF9AE}" pid="3" name="MediaServiceImageTags">
    <vt:lpwstr/>
  </property>
  <property fmtid="{D5CDD505-2E9C-101B-9397-08002B2CF9AE}" pid="4" name="MSIP_Label_7bd1f144-26ac-4410-8fdb-05c7de218e82_Enabled">
    <vt:lpwstr>true</vt:lpwstr>
  </property>
  <property fmtid="{D5CDD505-2E9C-101B-9397-08002B2CF9AE}" pid="5" name="MSIP_Label_7bd1f144-26ac-4410-8fdb-05c7de218e82_SetDate">
    <vt:lpwstr>2023-12-15T08:06:08Z</vt:lpwstr>
  </property>
  <property fmtid="{D5CDD505-2E9C-101B-9397-08002B2CF9AE}" pid="6" name="MSIP_Label_7bd1f144-26ac-4410-8fdb-05c7de218e82_Method">
    <vt:lpwstr>Standard</vt:lpwstr>
  </property>
  <property fmtid="{D5CDD505-2E9C-101B-9397-08002B2CF9AE}" pid="7" name="MSIP_Label_7bd1f144-26ac-4410-8fdb-05c7de218e82_Name">
    <vt:lpwstr>FR Usage restreint</vt:lpwstr>
  </property>
  <property fmtid="{D5CDD505-2E9C-101B-9397-08002B2CF9AE}" pid="8" name="MSIP_Label_7bd1f144-26ac-4410-8fdb-05c7de218e82_SiteId">
    <vt:lpwstr>8b87af7d-8647-4dc7-8df4-5f69a2011bb5</vt:lpwstr>
  </property>
  <property fmtid="{D5CDD505-2E9C-101B-9397-08002B2CF9AE}" pid="9" name="MSIP_Label_7bd1f144-26ac-4410-8fdb-05c7de218e82_ActionId">
    <vt:lpwstr>dbb5da22-a2b8-414c-bf46-3a231a2c813e</vt:lpwstr>
  </property>
  <property fmtid="{D5CDD505-2E9C-101B-9397-08002B2CF9AE}" pid="10" name="MSIP_Label_7bd1f144-26ac-4410-8fdb-05c7de218e82_ContentBits">
    <vt:lpwstr>3</vt:lpwstr>
  </property>
</Properties>
</file>